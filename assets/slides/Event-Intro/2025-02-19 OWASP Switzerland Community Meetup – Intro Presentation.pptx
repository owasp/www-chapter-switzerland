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8" r:id="rId1"/>
    <p:sldMasterId id="2147483669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7" d="100"/>
          <a:sy n="137" d="100"/>
        </p:scale>
        <p:origin x="104" y="1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e249d048db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g2e249d048db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e249d048db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2e249d048db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e249d048d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g2e249d048d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e249d048db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g2e249d048db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e249d048db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2e249d048db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e249d048db_0_2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g2e249d048db_0_2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e249d048db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2e249d048db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e249d048db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2e249d048db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e249d048db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2e249d048db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e249d048db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2e249d048db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e249d048db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2e249d048db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e249d048db_0_3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7" name="Google Shape;247;g2e249d048db_0_3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e249d048db_0_1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g2e249d048db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1">
  <p:cSld name="Master Slide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2">
  <p:cSld name="Master Slide 2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>
            <a:spLocks noGrp="1"/>
          </p:cNvSpPr>
          <p:nvPr>
            <p:ph type="pic" idx="2"/>
          </p:nvPr>
        </p:nvSpPr>
        <p:spPr>
          <a:xfrm>
            <a:off x="5181600" y="2"/>
            <a:ext cx="7010400" cy="685799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3">
  <p:cSld name="Master Slide 3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>
            <a:spLocks noGrp="1"/>
          </p:cNvSpPr>
          <p:nvPr>
            <p:ph type="pic" idx="2"/>
          </p:nvPr>
        </p:nvSpPr>
        <p:spPr>
          <a:xfrm>
            <a:off x="922852" y="0"/>
            <a:ext cx="4770404" cy="588460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4">
  <p:cSld name="Master Slide 4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>
            <a:spLocks noGrp="1"/>
          </p:cNvSpPr>
          <p:nvPr>
            <p:ph type="pic" idx="2"/>
          </p:nvPr>
        </p:nvSpPr>
        <p:spPr>
          <a:xfrm>
            <a:off x="6763232" y="1023293"/>
            <a:ext cx="4811414" cy="4811414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5">
  <p:cSld name="Master Slide 5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>
            <a:spLocks noGrp="1"/>
          </p:cNvSpPr>
          <p:nvPr>
            <p:ph type="pic" idx="2"/>
          </p:nvPr>
        </p:nvSpPr>
        <p:spPr>
          <a:xfrm>
            <a:off x="6311217" y="1910284"/>
            <a:ext cx="5000978" cy="2739975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7"/>
          <p:cNvSpPr>
            <a:spLocks noGrp="1"/>
          </p:cNvSpPr>
          <p:nvPr>
            <p:ph type="pic" idx="3"/>
          </p:nvPr>
        </p:nvSpPr>
        <p:spPr>
          <a:xfrm>
            <a:off x="879806" y="1910284"/>
            <a:ext cx="5000978" cy="273997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6">
  <p:cSld name="Master Slide 6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>
            <a:spLocks noGrp="1"/>
          </p:cNvSpPr>
          <p:nvPr>
            <p:ph type="pic" idx="2"/>
          </p:nvPr>
        </p:nvSpPr>
        <p:spPr>
          <a:xfrm>
            <a:off x="7943850" y="0"/>
            <a:ext cx="424815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7">
  <p:cSld name="Master Slide 7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27" name="Google Shape;27;p9"/>
          <p:cNvSpPr>
            <a:spLocks noGrp="1"/>
          </p:cNvSpPr>
          <p:nvPr>
            <p:ph type="pic" idx="3"/>
          </p:nvPr>
        </p:nvSpPr>
        <p:spPr>
          <a:xfrm>
            <a:off x="973503" y="1569244"/>
            <a:ext cx="3068272" cy="371951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8">
  <p:cSld name="Master Slide 8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>
            <a:spLocks noGrp="1"/>
          </p:cNvSpPr>
          <p:nvPr>
            <p:ph type="pic" idx="2"/>
          </p:nvPr>
        </p:nvSpPr>
        <p:spPr>
          <a:xfrm>
            <a:off x="1234325" y="1971348"/>
            <a:ext cx="1583696" cy="1583696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10"/>
          <p:cNvSpPr>
            <a:spLocks noGrp="1"/>
          </p:cNvSpPr>
          <p:nvPr>
            <p:ph type="pic" idx="3"/>
          </p:nvPr>
        </p:nvSpPr>
        <p:spPr>
          <a:xfrm>
            <a:off x="3947121" y="1971348"/>
            <a:ext cx="1583696" cy="1583696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p10"/>
          <p:cNvSpPr>
            <a:spLocks noGrp="1"/>
          </p:cNvSpPr>
          <p:nvPr>
            <p:ph type="pic" idx="4"/>
          </p:nvPr>
        </p:nvSpPr>
        <p:spPr>
          <a:xfrm>
            <a:off x="6658699" y="1971348"/>
            <a:ext cx="1583696" cy="1583696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10"/>
          <p:cNvSpPr>
            <a:spLocks noGrp="1"/>
          </p:cNvSpPr>
          <p:nvPr>
            <p:ph type="pic" idx="5"/>
          </p:nvPr>
        </p:nvSpPr>
        <p:spPr>
          <a:xfrm>
            <a:off x="9378697" y="1971348"/>
            <a:ext cx="1583696" cy="158369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9">
  <p:cSld name="Master Slide 9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1">
  <p:cSld name="Master Slide 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Blank Slide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2">
  <p:cSld name="Master Slide 2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>
            <a:spLocks noGrp="1"/>
          </p:cNvSpPr>
          <p:nvPr>
            <p:ph type="pic" idx="2"/>
          </p:nvPr>
        </p:nvSpPr>
        <p:spPr>
          <a:xfrm>
            <a:off x="5181600" y="2"/>
            <a:ext cx="70104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3">
  <p:cSld name="Master Slide 3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>
            <a:spLocks noGrp="1"/>
          </p:cNvSpPr>
          <p:nvPr>
            <p:ph type="pic" idx="2"/>
          </p:nvPr>
        </p:nvSpPr>
        <p:spPr>
          <a:xfrm>
            <a:off x="922852" y="0"/>
            <a:ext cx="4770300" cy="5884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4">
  <p:cSld name="Master Slide 4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>
            <a:spLocks noGrp="1"/>
          </p:cNvSpPr>
          <p:nvPr>
            <p:ph type="pic" idx="2"/>
          </p:nvPr>
        </p:nvSpPr>
        <p:spPr>
          <a:xfrm>
            <a:off x="6763232" y="1023293"/>
            <a:ext cx="4811400" cy="4811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5">
  <p:cSld name="Master Slide 5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8"/>
          <p:cNvSpPr>
            <a:spLocks noGrp="1"/>
          </p:cNvSpPr>
          <p:nvPr>
            <p:ph type="pic" idx="2"/>
          </p:nvPr>
        </p:nvSpPr>
        <p:spPr>
          <a:xfrm>
            <a:off x="6311217" y="1910284"/>
            <a:ext cx="5001000" cy="27399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8"/>
          <p:cNvSpPr>
            <a:spLocks noGrp="1"/>
          </p:cNvSpPr>
          <p:nvPr>
            <p:ph type="pic" idx="3"/>
          </p:nvPr>
        </p:nvSpPr>
        <p:spPr>
          <a:xfrm>
            <a:off x="879806" y="1910284"/>
            <a:ext cx="5001000" cy="2739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6">
  <p:cSld name="Master Slide 6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>
            <a:spLocks noGrp="1"/>
          </p:cNvSpPr>
          <p:nvPr>
            <p:ph type="pic" idx="2"/>
          </p:nvPr>
        </p:nvSpPr>
        <p:spPr>
          <a:xfrm>
            <a:off x="7943850" y="0"/>
            <a:ext cx="4248300" cy="685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7">
  <p:cSld name="Master Slide 7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20"/>
          <p:cNvSpPr>
            <a:spLocks noGrp="1"/>
          </p:cNvSpPr>
          <p:nvPr>
            <p:ph type="pic" idx="3"/>
          </p:nvPr>
        </p:nvSpPr>
        <p:spPr>
          <a:xfrm>
            <a:off x="973503" y="1569244"/>
            <a:ext cx="3068400" cy="3719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8">
  <p:cSld name="Master Slide 8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>
            <a:spLocks noGrp="1"/>
          </p:cNvSpPr>
          <p:nvPr>
            <p:ph type="pic" idx="2"/>
          </p:nvPr>
        </p:nvSpPr>
        <p:spPr>
          <a:xfrm>
            <a:off x="1234325" y="1971348"/>
            <a:ext cx="1583700" cy="15837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21"/>
          <p:cNvSpPr>
            <a:spLocks noGrp="1"/>
          </p:cNvSpPr>
          <p:nvPr>
            <p:ph type="pic" idx="3"/>
          </p:nvPr>
        </p:nvSpPr>
        <p:spPr>
          <a:xfrm>
            <a:off x="3947121" y="1971348"/>
            <a:ext cx="1583700" cy="15837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21"/>
          <p:cNvSpPr>
            <a:spLocks noGrp="1"/>
          </p:cNvSpPr>
          <p:nvPr>
            <p:ph type="pic" idx="4"/>
          </p:nvPr>
        </p:nvSpPr>
        <p:spPr>
          <a:xfrm>
            <a:off x="6658699" y="1971348"/>
            <a:ext cx="1583700" cy="15837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21"/>
          <p:cNvSpPr>
            <a:spLocks noGrp="1"/>
          </p:cNvSpPr>
          <p:nvPr>
            <p:ph type="pic" idx="5"/>
          </p:nvPr>
        </p:nvSpPr>
        <p:spPr>
          <a:xfrm>
            <a:off x="9378697" y="1971348"/>
            <a:ext cx="1583700" cy="1583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ster Slide 9">
  <p:cSld name="Master Slide 9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2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3429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rlow"/>
              <a:buNone/>
              <a:defRPr sz="4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Barlow"/>
              <a:buNone/>
              <a:defRPr sz="4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owasp.org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membership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hyperlink" Target="https://owasp.org/www-chapter-switzerland/" TargetMode="External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1.png"/><Relationship Id="rId5" Type="http://schemas.openxmlformats.org/officeDocument/2006/relationships/hyperlink" Target="https://www.meetup.com/OWASPSwitzerland/" TargetMode="External"/><Relationship Id="rId10" Type="http://schemas.openxmlformats.org/officeDocument/2006/relationships/hyperlink" Target="https://x.com/owasp_ch" TargetMode="External"/><Relationship Id="rId4" Type="http://schemas.openxmlformats.org/officeDocument/2006/relationships/hyperlink" Target="https://www.youtube.com/@OWASPSwitzerland" TargetMode="External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48000">
                <a:srgbClr val="253E8E">
                  <a:alpha val="89803"/>
                </a:srgbClr>
              </a:gs>
              <a:gs pos="100000">
                <a:srgbClr val="253E8E">
                  <a:alpha val="6000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70" name="Google Shape;70;p23"/>
          <p:cNvSpPr txBox="1"/>
          <p:nvPr/>
        </p:nvSpPr>
        <p:spPr>
          <a:xfrm>
            <a:off x="998392" y="2529813"/>
            <a:ext cx="101952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dirty="0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OWASP Switzerland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dirty="0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Community Meetup</a:t>
            </a:r>
            <a:endParaRPr sz="4500" b="1" dirty="0">
              <a:solidFill>
                <a:srgbClr val="F2F2F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71" name="Google Shape;71;p23"/>
          <p:cNvGrpSpPr/>
          <p:nvPr/>
        </p:nvGrpSpPr>
        <p:grpSpPr>
          <a:xfrm>
            <a:off x="5001292" y="5685259"/>
            <a:ext cx="2189400" cy="479400"/>
            <a:chOff x="998392" y="5365209"/>
            <a:chExt cx="2189400" cy="479400"/>
          </a:xfrm>
        </p:grpSpPr>
        <p:sp>
          <p:nvSpPr>
            <p:cNvPr id="72" name="Google Shape;72;p23"/>
            <p:cNvSpPr/>
            <p:nvPr/>
          </p:nvSpPr>
          <p:spPr>
            <a:xfrm>
              <a:off x="998392" y="5365209"/>
              <a:ext cx="2189400" cy="4794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sp>
          <p:nvSpPr>
            <p:cNvPr id="73" name="Google Shape;73;p23"/>
            <p:cNvSpPr txBox="1"/>
            <p:nvPr/>
          </p:nvSpPr>
          <p:spPr>
            <a:xfrm>
              <a:off x="1113452" y="5435552"/>
              <a:ext cx="1959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F2F2F2"/>
                  </a:solidFill>
                  <a:uFill>
                    <a:noFill/>
                  </a:uFill>
                  <a:latin typeface="Poppins Light"/>
                  <a:ea typeface="Poppins Light"/>
                  <a:cs typeface="Poppins Light"/>
                  <a:sym typeface="Poppins Light"/>
                  <a:hlinkClick r:id="rId3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www.owasp.org</a:t>
              </a:r>
              <a:endParaRPr sz="1600">
                <a:solidFill>
                  <a:srgbClr val="F2F2F2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</p:grpSp>
      <p:grpSp>
        <p:nvGrpSpPr>
          <p:cNvPr id="74" name="Google Shape;74;p23"/>
          <p:cNvGrpSpPr/>
          <p:nvPr/>
        </p:nvGrpSpPr>
        <p:grpSpPr>
          <a:xfrm>
            <a:off x="297180" y="4569100"/>
            <a:ext cx="11894820" cy="708989"/>
            <a:chOff x="1095975" y="4286325"/>
            <a:chExt cx="7998424" cy="708989"/>
          </a:xfrm>
        </p:grpSpPr>
        <p:sp>
          <p:nvSpPr>
            <p:cNvPr id="75" name="Google Shape;75;p23"/>
            <p:cNvSpPr txBox="1"/>
            <p:nvPr/>
          </p:nvSpPr>
          <p:spPr>
            <a:xfrm>
              <a:off x="1095975" y="4411400"/>
              <a:ext cx="2278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rgbClr val="F2F2F2"/>
                  </a:solidFill>
                  <a:latin typeface="Barlow"/>
                  <a:ea typeface="Barlow"/>
                  <a:cs typeface="Barlow"/>
                  <a:sym typeface="Barlow"/>
                </a:rPr>
                <a:t>February 19th, 2025</a:t>
              </a:r>
              <a:endParaRPr sz="2400" b="1" dirty="0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6" name="Google Shape;76;p23"/>
            <p:cNvSpPr txBox="1"/>
            <p:nvPr/>
          </p:nvSpPr>
          <p:spPr>
            <a:xfrm>
              <a:off x="3723199" y="4286325"/>
              <a:ext cx="5371200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 dirty="0">
                  <a:solidFill>
                    <a:schemeClr val="accent2"/>
                  </a:solidFill>
                  <a:latin typeface="Barlow"/>
                  <a:ea typeface="Barlow"/>
                  <a:cs typeface="Barlow"/>
                  <a:sym typeface="Barlow"/>
                </a:rPr>
                <a:t>Sven Vetsch, Patrick Steger, Manuel Walder, Federico Casano</a:t>
              </a:r>
              <a:endParaRPr sz="1800" b="1" dirty="0">
                <a:solidFill>
                  <a:schemeClr val="accent2"/>
                </a:solidFill>
                <a:latin typeface="Barlow"/>
                <a:ea typeface="Barlow"/>
                <a:cs typeface="Barlow"/>
                <a:sym typeface="Barlow"/>
              </a:endParaRPr>
            </a:p>
          </p:txBody>
        </p:sp>
        <p:sp>
          <p:nvSpPr>
            <p:cNvPr id="77" name="Google Shape;77;p23"/>
            <p:cNvSpPr txBox="1"/>
            <p:nvPr/>
          </p:nvSpPr>
          <p:spPr>
            <a:xfrm>
              <a:off x="3723200" y="4656800"/>
              <a:ext cx="3518400" cy="338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dirty="0">
                  <a:solidFill>
                    <a:srgbClr val="F2F2F2"/>
                  </a:solidFill>
                  <a:latin typeface="Poppins Light"/>
                  <a:ea typeface="Poppins Light"/>
                  <a:cs typeface="Poppins Light"/>
                  <a:sym typeface="Poppins Light"/>
                </a:rPr>
                <a:t>OWASP Switzerland Leader Team</a:t>
              </a:r>
              <a:endParaRPr sz="1600" dirty="0">
                <a:solidFill>
                  <a:srgbClr val="F2F2F2"/>
                </a:solidFill>
                <a:latin typeface="Poppins Light"/>
                <a:ea typeface="Poppins Light"/>
                <a:cs typeface="Poppins Light"/>
                <a:sym typeface="Poppins Light"/>
              </a:endParaRPr>
            </a:p>
          </p:txBody>
        </p:sp>
        <p:cxnSp>
          <p:nvCxnSpPr>
            <p:cNvPr id="78" name="Google Shape;78;p23"/>
            <p:cNvCxnSpPr/>
            <p:nvPr/>
          </p:nvCxnSpPr>
          <p:spPr>
            <a:xfrm>
              <a:off x="3523699" y="4359493"/>
              <a:ext cx="0" cy="562800"/>
            </a:xfrm>
            <a:prstGeom prst="straightConnector1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pic>
        <p:nvPicPr>
          <p:cNvPr id="79" name="Google Shape;7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1218" y="559025"/>
            <a:ext cx="1629559" cy="164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4"/>
          <p:cNvSpPr/>
          <p:nvPr/>
        </p:nvSpPr>
        <p:spPr>
          <a:xfrm>
            <a:off x="10794652" y="283186"/>
            <a:ext cx="1050218" cy="308068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5" name="Google Shape;85;p24"/>
          <p:cNvSpPr txBox="1"/>
          <p:nvPr/>
        </p:nvSpPr>
        <p:spPr>
          <a:xfrm>
            <a:off x="722671" y="679867"/>
            <a:ext cx="10746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INTRODUCTION TO OWASP</a:t>
            </a:r>
            <a:endParaRPr sz="4000" b="1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6" name="Google Shape;86;p24"/>
          <p:cNvSpPr/>
          <p:nvPr/>
        </p:nvSpPr>
        <p:spPr>
          <a:xfrm>
            <a:off x="841849" y="1386551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87" name="Google Shape;87;p24"/>
          <p:cNvSpPr txBox="1"/>
          <p:nvPr/>
        </p:nvSpPr>
        <p:spPr>
          <a:xfrm>
            <a:off x="722671" y="1757085"/>
            <a:ext cx="10746600" cy="29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</a:t>
            </a:r>
            <a:r>
              <a:rPr lang="en-US" sz="1800" b="1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Open Worldwide Application Security Project</a:t>
            </a:r>
            <a:r>
              <a:rPr lang="en-US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(OWASP) is a nonprofit foundation that works to improve the security of software.</a:t>
            </a:r>
            <a:br>
              <a:rPr lang="en-US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800" dirty="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Char char="●"/>
            </a:pPr>
            <a:r>
              <a:rPr lang="en-US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Community-led open source projects including code, documentation, and standards</a:t>
            </a:r>
            <a:endParaRPr sz="1800" dirty="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Char char="●"/>
            </a:pPr>
            <a:r>
              <a:rPr lang="en-US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Over 250+ local chapters worldwide</a:t>
            </a:r>
            <a:endParaRPr sz="1800" dirty="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Char char="●"/>
            </a:pPr>
            <a:r>
              <a:rPr lang="en-US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Tens of thousands of members</a:t>
            </a:r>
            <a:endParaRPr sz="1800" dirty="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 Light"/>
              <a:buChar char="●"/>
            </a:pPr>
            <a:r>
              <a:rPr lang="en-US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Industry-leading educational and training conferences</a:t>
            </a:r>
            <a:endParaRPr sz="1800" dirty="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88" name="Google Shape;8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/>
          <p:nvPr/>
        </p:nvSpPr>
        <p:spPr>
          <a:xfrm>
            <a:off x="1" y="4719484"/>
            <a:ext cx="12192000" cy="2138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4" name="Google Shape;94;p25"/>
          <p:cNvSpPr txBox="1"/>
          <p:nvPr/>
        </p:nvSpPr>
        <p:spPr>
          <a:xfrm>
            <a:off x="2148839" y="419740"/>
            <a:ext cx="789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6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Core Values</a:t>
            </a:r>
            <a:endParaRPr sz="3600" b="1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5" name="Google Shape;95;p25"/>
          <p:cNvSpPr/>
          <p:nvPr/>
        </p:nvSpPr>
        <p:spPr>
          <a:xfrm>
            <a:off x="5959078" y="1067678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6" name="Google Shape;96;p25"/>
          <p:cNvSpPr/>
          <p:nvPr/>
        </p:nvSpPr>
        <p:spPr>
          <a:xfrm>
            <a:off x="3507825" y="1831272"/>
            <a:ext cx="2474700" cy="445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635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7" name="Google Shape;97;p25"/>
          <p:cNvSpPr/>
          <p:nvPr/>
        </p:nvSpPr>
        <p:spPr>
          <a:xfrm>
            <a:off x="806250" y="1831272"/>
            <a:ext cx="2474700" cy="445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635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8" name="Google Shape;98;p25"/>
          <p:cNvSpPr/>
          <p:nvPr/>
        </p:nvSpPr>
        <p:spPr>
          <a:xfrm>
            <a:off x="6209400" y="1831272"/>
            <a:ext cx="2474700" cy="445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635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9" name="Google Shape;99;p25"/>
          <p:cNvSpPr/>
          <p:nvPr/>
        </p:nvSpPr>
        <p:spPr>
          <a:xfrm>
            <a:off x="8910975" y="1831272"/>
            <a:ext cx="2474700" cy="4455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635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0" name="Google Shape;100;p25"/>
          <p:cNvSpPr/>
          <p:nvPr/>
        </p:nvSpPr>
        <p:spPr>
          <a:xfrm>
            <a:off x="1572678" y="1360326"/>
            <a:ext cx="942000" cy="942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762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1" name="Google Shape;101;p25"/>
          <p:cNvSpPr/>
          <p:nvPr/>
        </p:nvSpPr>
        <p:spPr>
          <a:xfrm>
            <a:off x="4274253" y="1360326"/>
            <a:ext cx="942000" cy="942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762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2" name="Google Shape;102;p25"/>
          <p:cNvSpPr/>
          <p:nvPr/>
        </p:nvSpPr>
        <p:spPr>
          <a:xfrm>
            <a:off x="6975827" y="1360326"/>
            <a:ext cx="942000" cy="942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762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3" name="Google Shape;103;p25"/>
          <p:cNvSpPr/>
          <p:nvPr/>
        </p:nvSpPr>
        <p:spPr>
          <a:xfrm>
            <a:off x="9677400" y="1360326"/>
            <a:ext cx="942000" cy="9420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76200" dist="381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04" name="Google Shape;104;p25"/>
          <p:cNvSpPr txBox="1"/>
          <p:nvPr/>
        </p:nvSpPr>
        <p:spPr>
          <a:xfrm>
            <a:off x="1031500" y="3042755"/>
            <a:ext cx="20244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Everything at OWASP is radically transparent from our finances to our code.</a:t>
            </a:r>
            <a:endParaRPr/>
          </a:p>
        </p:txBody>
      </p:sp>
      <p:sp>
        <p:nvSpPr>
          <p:cNvPr id="105" name="Google Shape;105;p25"/>
          <p:cNvSpPr txBox="1"/>
          <p:nvPr/>
        </p:nvSpPr>
        <p:spPr>
          <a:xfrm>
            <a:off x="1031490" y="2642432"/>
            <a:ext cx="202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Open</a:t>
            </a:r>
            <a:endParaRPr/>
          </a:p>
        </p:txBody>
      </p:sp>
      <p:sp>
        <p:nvSpPr>
          <p:cNvPr id="106" name="Google Shape;106;p25"/>
          <p:cNvSpPr txBox="1"/>
          <p:nvPr/>
        </p:nvSpPr>
        <p:spPr>
          <a:xfrm>
            <a:off x="3733076" y="3042755"/>
            <a:ext cx="20244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We encourage and support innovation and experiments for solutions to software security challenges.</a:t>
            </a:r>
            <a:endParaRPr/>
          </a:p>
        </p:txBody>
      </p:sp>
      <p:sp>
        <p:nvSpPr>
          <p:cNvPr id="107" name="Google Shape;107;p25"/>
          <p:cNvSpPr txBox="1"/>
          <p:nvPr/>
        </p:nvSpPr>
        <p:spPr>
          <a:xfrm>
            <a:off x="3733065" y="2642432"/>
            <a:ext cx="202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Innovative</a:t>
            </a:r>
            <a:endParaRPr/>
          </a:p>
        </p:txBody>
      </p:sp>
      <p:sp>
        <p:nvSpPr>
          <p:cNvPr id="108" name="Google Shape;108;p25"/>
          <p:cNvSpPr txBox="1"/>
          <p:nvPr/>
        </p:nvSpPr>
        <p:spPr>
          <a:xfrm>
            <a:off x="6434651" y="3042755"/>
            <a:ext cx="2024400" cy="2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Anyone around the world is encouraged to participate in the OWASP community.</a:t>
            </a:r>
            <a:endParaRPr/>
          </a:p>
        </p:txBody>
      </p:sp>
      <p:sp>
        <p:nvSpPr>
          <p:cNvPr id="109" name="Google Shape;109;p25"/>
          <p:cNvSpPr txBox="1"/>
          <p:nvPr/>
        </p:nvSpPr>
        <p:spPr>
          <a:xfrm>
            <a:off x="6434639" y="2642432"/>
            <a:ext cx="202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Global</a:t>
            </a:r>
            <a:endParaRPr/>
          </a:p>
        </p:txBody>
      </p:sp>
      <p:sp>
        <p:nvSpPr>
          <p:cNvPr id="110" name="Google Shape;110;p25"/>
          <p:cNvSpPr txBox="1"/>
          <p:nvPr/>
        </p:nvSpPr>
        <p:spPr>
          <a:xfrm>
            <a:off x="9136225" y="3042755"/>
            <a:ext cx="2024400" cy="18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Our community is respectful, supportive, truthful, and vendor neutral.</a:t>
            </a:r>
            <a:endParaRPr/>
          </a:p>
        </p:txBody>
      </p:sp>
      <p:sp>
        <p:nvSpPr>
          <p:cNvPr id="111" name="Google Shape;111;p25"/>
          <p:cNvSpPr txBox="1"/>
          <p:nvPr/>
        </p:nvSpPr>
        <p:spPr>
          <a:xfrm>
            <a:off x="9136212" y="2642432"/>
            <a:ext cx="202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Integrity</a:t>
            </a:r>
            <a:endParaRPr/>
          </a:p>
        </p:txBody>
      </p:sp>
      <p:sp>
        <p:nvSpPr>
          <p:cNvPr id="112" name="Google Shape;112;p25"/>
          <p:cNvSpPr/>
          <p:nvPr/>
        </p:nvSpPr>
        <p:spPr>
          <a:xfrm>
            <a:off x="7211503" y="1596225"/>
            <a:ext cx="470569" cy="470122"/>
          </a:xfrm>
          <a:custGeom>
            <a:avLst/>
            <a:gdLst/>
            <a:ahLst/>
            <a:cxnLst/>
            <a:rect l="l" t="t" r="r" b="b"/>
            <a:pathLst>
              <a:path w="470569" h="470122" extrusionOk="0">
                <a:moveTo>
                  <a:pt x="320164" y="407893"/>
                </a:moveTo>
                <a:cubicBezTo>
                  <a:pt x="315342" y="415126"/>
                  <a:pt x="311094" y="421786"/>
                  <a:pt x="306731" y="428330"/>
                </a:cubicBezTo>
                <a:cubicBezTo>
                  <a:pt x="306846" y="428560"/>
                  <a:pt x="307075" y="428904"/>
                  <a:pt x="307190" y="429134"/>
                </a:cubicBezTo>
                <a:cubicBezTo>
                  <a:pt x="314194" y="426034"/>
                  <a:pt x="321312" y="422819"/>
                  <a:pt x="328775" y="419489"/>
                </a:cubicBezTo>
                <a:cubicBezTo>
                  <a:pt x="325675" y="415356"/>
                  <a:pt x="323034" y="411797"/>
                  <a:pt x="320164" y="407893"/>
                </a:cubicBezTo>
                <a:close/>
                <a:moveTo>
                  <a:pt x="282964" y="356457"/>
                </a:moveTo>
                <a:cubicBezTo>
                  <a:pt x="271828" y="357146"/>
                  <a:pt x="260805" y="358064"/>
                  <a:pt x="249554" y="358983"/>
                </a:cubicBezTo>
                <a:cubicBezTo>
                  <a:pt x="249439" y="385964"/>
                  <a:pt x="249439" y="412715"/>
                  <a:pt x="249439" y="440730"/>
                </a:cubicBezTo>
                <a:cubicBezTo>
                  <a:pt x="255180" y="437400"/>
                  <a:pt x="260576" y="434874"/>
                  <a:pt x="265168" y="431315"/>
                </a:cubicBezTo>
                <a:cubicBezTo>
                  <a:pt x="281242" y="419260"/>
                  <a:pt x="291805" y="402841"/>
                  <a:pt x="300646" y="385160"/>
                </a:cubicBezTo>
                <a:cubicBezTo>
                  <a:pt x="301220" y="384012"/>
                  <a:pt x="300760" y="381945"/>
                  <a:pt x="300072" y="380797"/>
                </a:cubicBezTo>
                <a:cubicBezTo>
                  <a:pt x="295479" y="373219"/>
                  <a:pt x="290772" y="365757"/>
                  <a:pt x="285949" y="358408"/>
                </a:cubicBezTo>
                <a:cubicBezTo>
                  <a:pt x="285375" y="357490"/>
                  <a:pt x="283883" y="356342"/>
                  <a:pt x="282964" y="356457"/>
                </a:cubicBezTo>
                <a:close/>
                <a:moveTo>
                  <a:pt x="156440" y="352783"/>
                </a:moveTo>
                <a:cubicBezTo>
                  <a:pt x="159540" y="360705"/>
                  <a:pt x="162410" y="368397"/>
                  <a:pt x="165740" y="375975"/>
                </a:cubicBezTo>
                <a:cubicBezTo>
                  <a:pt x="173777" y="394116"/>
                  <a:pt x="183651" y="411108"/>
                  <a:pt x="198003" y="425115"/>
                </a:cubicBezTo>
                <a:cubicBezTo>
                  <a:pt x="204662" y="431660"/>
                  <a:pt x="212239" y="436941"/>
                  <a:pt x="221424" y="439926"/>
                </a:cubicBezTo>
                <a:cubicBezTo>
                  <a:pt x="221424" y="412715"/>
                  <a:pt x="221424" y="385849"/>
                  <a:pt x="221424" y="359557"/>
                </a:cubicBezTo>
                <a:cubicBezTo>
                  <a:pt x="199610" y="357260"/>
                  <a:pt x="178369" y="355079"/>
                  <a:pt x="156440" y="352783"/>
                </a:cubicBezTo>
                <a:close/>
                <a:moveTo>
                  <a:pt x="41053" y="305939"/>
                </a:moveTo>
                <a:cubicBezTo>
                  <a:pt x="48745" y="349912"/>
                  <a:pt x="119011" y="420178"/>
                  <a:pt x="164821" y="429478"/>
                </a:cubicBezTo>
                <a:cubicBezTo>
                  <a:pt x="162296" y="425689"/>
                  <a:pt x="159770" y="422360"/>
                  <a:pt x="157474" y="418800"/>
                </a:cubicBezTo>
                <a:cubicBezTo>
                  <a:pt x="143466" y="397330"/>
                  <a:pt x="133937" y="373908"/>
                  <a:pt x="127048" y="349338"/>
                </a:cubicBezTo>
                <a:cubicBezTo>
                  <a:pt x="126129" y="346009"/>
                  <a:pt x="124522" y="344286"/>
                  <a:pt x="121078" y="343368"/>
                </a:cubicBezTo>
                <a:cubicBezTo>
                  <a:pt x="100067" y="337512"/>
                  <a:pt x="79860" y="329705"/>
                  <a:pt x="61030" y="318683"/>
                </a:cubicBezTo>
                <a:cubicBezTo>
                  <a:pt x="54256" y="314664"/>
                  <a:pt x="47712" y="310187"/>
                  <a:pt x="41053" y="305939"/>
                </a:cubicBezTo>
                <a:close/>
                <a:moveTo>
                  <a:pt x="373093" y="303872"/>
                </a:moveTo>
                <a:cubicBezTo>
                  <a:pt x="365630" y="303987"/>
                  <a:pt x="359430" y="310302"/>
                  <a:pt x="359430" y="317765"/>
                </a:cubicBezTo>
                <a:cubicBezTo>
                  <a:pt x="359545" y="325228"/>
                  <a:pt x="365860" y="331428"/>
                  <a:pt x="373323" y="331428"/>
                </a:cubicBezTo>
                <a:cubicBezTo>
                  <a:pt x="380786" y="331313"/>
                  <a:pt x="386986" y="324998"/>
                  <a:pt x="386986" y="317535"/>
                </a:cubicBezTo>
                <a:cubicBezTo>
                  <a:pt x="386871" y="310072"/>
                  <a:pt x="380556" y="303872"/>
                  <a:pt x="373093" y="303872"/>
                </a:cubicBezTo>
                <a:close/>
                <a:moveTo>
                  <a:pt x="374012" y="276317"/>
                </a:moveTo>
                <a:cubicBezTo>
                  <a:pt x="396860" y="277121"/>
                  <a:pt x="415115" y="296065"/>
                  <a:pt x="414541" y="318224"/>
                </a:cubicBezTo>
                <a:cubicBezTo>
                  <a:pt x="413852" y="341072"/>
                  <a:pt x="395022" y="359442"/>
                  <a:pt x="372749" y="358868"/>
                </a:cubicBezTo>
                <a:cubicBezTo>
                  <a:pt x="349786" y="358294"/>
                  <a:pt x="331186" y="339005"/>
                  <a:pt x="331990" y="316731"/>
                </a:cubicBezTo>
                <a:cubicBezTo>
                  <a:pt x="332909" y="293769"/>
                  <a:pt x="351853" y="275628"/>
                  <a:pt x="374012" y="276317"/>
                </a:cubicBezTo>
                <a:close/>
                <a:moveTo>
                  <a:pt x="366762" y="248975"/>
                </a:moveTo>
                <a:cubicBezTo>
                  <a:pt x="355160" y="249974"/>
                  <a:pt x="343643" y="253986"/>
                  <a:pt x="333367" y="261506"/>
                </a:cubicBezTo>
                <a:cubicBezTo>
                  <a:pt x="300990" y="285157"/>
                  <a:pt x="295020" y="327524"/>
                  <a:pt x="319360" y="360475"/>
                </a:cubicBezTo>
                <a:cubicBezTo>
                  <a:pt x="336467" y="383667"/>
                  <a:pt x="353575" y="406630"/>
                  <a:pt x="370797" y="429708"/>
                </a:cubicBezTo>
                <a:cubicBezTo>
                  <a:pt x="371371" y="430741"/>
                  <a:pt x="372174" y="431660"/>
                  <a:pt x="373323" y="433037"/>
                </a:cubicBezTo>
                <a:cubicBezTo>
                  <a:pt x="374011" y="432234"/>
                  <a:pt x="374241" y="431889"/>
                  <a:pt x="374585" y="431545"/>
                </a:cubicBezTo>
                <a:cubicBezTo>
                  <a:pt x="392726" y="407434"/>
                  <a:pt x="410981" y="383553"/>
                  <a:pt x="428892" y="359327"/>
                </a:cubicBezTo>
                <a:cubicBezTo>
                  <a:pt x="440144" y="344057"/>
                  <a:pt x="444736" y="326835"/>
                  <a:pt x="442211" y="307890"/>
                </a:cubicBezTo>
                <a:cubicBezTo>
                  <a:pt x="437130" y="270088"/>
                  <a:pt x="401567" y="245977"/>
                  <a:pt x="366762" y="248975"/>
                </a:cubicBezTo>
                <a:close/>
                <a:moveTo>
                  <a:pt x="116830" y="156451"/>
                </a:moveTo>
                <a:cubicBezTo>
                  <a:pt x="113615" y="157599"/>
                  <a:pt x="110400" y="158518"/>
                  <a:pt x="107300" y="159781"/>
                </a:cubicBezTo>
                <a:cubicBezTo>
                  <a:pt x="85600" y="168392"/>
                  <a:pt x="64819" y="178610"/>
                  <a:pt x="47597" y="194914"/>
                </a:cubicBezTo>
                <a:cubicBezTo>
                  <a:pt x="22338" y="218680"/>
                  <a:pt x="20960" y="246810"/>
                  <a:pt x="44727" y="271839"/>
                </a:cubicBezTo>
                <a:cubicBezTo>
                  <a:pt x="64819" y="293080"/>
                  <a:pt x="90882" y="304102"/>
                  <a:pt x="118437" y="314090"/>
                </a:cubicBezTo>
                <a:cubicBezTo>
                  <a:pt x="109137" y="261161"/>
                  <a:pt x="109137" y="208806"/>
                  <a:pt x="118322" y="156451"/>
                </a:cubicBezTo>
                <a:cubicBezTo>
                  <a:pt x="117404" y="156451"/>
                  <a:pt x="117174" y="156336"/>
                  <a:pt x="116830" y="156451"/>
                </a:cubicBezTo>
                <a:close/>
                <a:moveTo>
                  <a:pt x="353345" y="156107"/>
                </a:moveTo>
                <a:cubicBezTo>
                  <a:pt x="355641" y="178266"/>
                  <a:pt x="357823" y="200080"/>
                  <a:pt x="360004" y="222010"/>
                </a:cubicBezTo>
                <a:cubicBezTo>
                  <a:pt x="391233" y="218565"/>
                  <a:pt x="418444" y="227406"/>
                  <a:pt x="442096" y="249450"/>
                </a:cubicBezTo>
                <a:cubicBezTo>
                  <a:pt x="444507" y="233147"/>
                  <a:pt x="442555" y="218680"/>
                  <a:pt x="432796" y="206051"/>
                </a:cubicBezTo>
                <a:cubicBezTo>
                  <a:pt x="412474" y="179644"/>
                  <a:pt x="383196" y="167359"/>
                  <a:pt x="353345" y="156107"/>
                </a:cubicBezTo>
                <a:close/>
                <a:moveTo>
                  <a:pt x="221424" y="139114"/>
                </a:moveTo>
                <a:cubicBezTo>
                  <a:pt x="208336" y="138311"/>
                  <a:pt x="164018" y="143477"/>
                  <a:pt x="150814" y="147381"/>
                </a:cubicBezTo>
                <a:cubicBezTo>
                  <a:pt x="149551" y="147725"/>
                  <a:pt x="147944" y="149677"/>
                  <a:pt x="147714" y="151055"/>
                </a:cubicBezTo>
                <a:cubicBezTo>
                  <a:pt x="145648" y="162996"/>
                  <a:pt x="143351" y="174821"/>
                  <a:pt x="141974" y="186762"/>
                </a:cubicBezTo>
                <a:cubicBezTo>
                  <a:pt x="136922" y="230850"/>
                  <a:pt x="138644" y="274709"/>
                  <a:pt x="147485" y="318224"/>
                </a:cubicBezTo>
                <a:cubicBezTo>
                  <a:pt x="148059" y="321209"/>
                  <a:pt x="149322" y="322587"/>
                  <a:pt x="152307" y="323046"/>
                </a:cubicBezTo>
                <a:cubicBezTo>
                  <a:pt x="166085" y="324998"/>
                  <a:pt x="179747" y="327524"/>
                  <a:pt x="193525" y="329246"/>
                </a:cubicBezTo>
                <a:cubicBezTo>
                  <a:pt x="202710" y="330394"/>
                  <a:pt x="212010" y="330624"/>
                  <a:pt x="221424" y="331312"/>
                </a:cubicBezTo>
                <a:cubicBezTo>
                  <a:pt x="221424" y="266787"/>
                  <a:pt x="221424" y="202951"/>
                  <a:pt x="221424" y="139114"/>
                </a:cubicBezTo>
                <a:close/>
                <a:moveTo>
                  <a:pt x="249554" y="138540"/>
                </a:moveTo>
                <a:cubicBezTo>
                  <a:pt x="249554" y="203066"/>
                  <a:pt x="249554" y="267017"/>
                  <a:pt x="249554" y="331198"/>
                </a:cubicBezTo>
                <a:cubicBezTo>
                  <a:pt x="258165" y="330624"/>
                  <a:pt x="266431" y="330050"/>
                  <a:pt x="274583" y="329475"/>
                </a:cubicBezTo>
                <a:cubicBezTo>
                  <a:pt x="275387" y="329475"/>
                  <a:pt x="276076" y="329361"/>
                  <a:pt x="277224" y="329246"/>
                </a:cubicBezTo>
                <a:cubicBezTo>
                  <a:pt x="277224" y="327753"/>
                  <a:pt x="277224" y="326720"/>
                  <a:pt x="277224" y="325687"/>
                </a:cubicBezTo>
                <a:cubicBezTo>
                  <a:pt x="274927" y="284124"/>
                  <a:pt x="292379" y="253354"/>
                  <a:pt x="328086" y="232573"/>
                </a:cubicBezTo>
                <a:cubicBezTo>
                  <a:pt x="330842" y="230965"/>
                  <a:pt x="331990" y="229473"/>
                  <a:pt x="331875" y="226258"/>
                </a:cubicBezTo>
                <a:cubicBezTo>
                  <a:pt x="331071" y="201114"/>
                  <a:pt x="328545" y="176199"/>
                  <a:pt x="323608" y="151514"/>
                </a:cubicBezTo>
                <a:cubicBezTo>
                  <a:pt x="323034" y="148414"/>
                  <a:pt x="321542" y="147266"/>
                  <a:pt x="318556" y="146807"/>
                </a:cubicBezTo>
                <a:cubicBezTo>
                  <a:pt x="304779" y="144740"/>
                  <a:pt x="291116" y="142329"/>
                  <a:pt x="277338" y="140607"/>
                </a:cubicBezTo>
                <a:cubicBezTo>
                  <a:pt x="268153" y="139459"/>
                  <a:pt x="258854" y="139229"/>
                  <a:pt x="249554" y="138540"/>
                </a:cubicBezTo>
                <a:close/>
                <a:moveTo>
                  <a:pt x="305927" y="40489"/>
                </a:moveTo>
                <a:cubicBezTo>
                  <a:pt x="307305" y="42441"/>
                  <a:pt x="308568" y="44163"/>
                  <a:pt x="309716" y="45886"/>
                </a:cubicBezTo>
                <a:cubicBezTo>
                  <a:pt x="310979" y="47608"/>
                  <a:pt x="312242" y="49330"/>
                  <a:pt x="313390" y="51167"/>
                </a:cubicBezTo>
                <a:cubicBezTo>
                  <a:pt x="327282" y="72522"/>
                  <a:pt x="336812" y="95715"/>
                  <a:pt x="343701" y="120170"/>
                </a:cubicBezTo>
                <a:cubicBezTo>
                  <a:pt x="344734" y="123844"/>
                  <a:pt x="346571" y="125681"/>
                  <a:pt x="350245" y="126715"/>
                </a:cubicBezTo>
                <a:cubicBezTo>
                  <a:pt x="374585" y="133603"/>
                  <a:pt x="397892" y="143133"/>
                  <a:pt x="419248" y="157025"/>
                </a:cubicBezTo>
                <a:cubicBezTo>
                  <a:pt x="422807" y="159207"/>
                  <a:pt x="426251" y="161733"/>
                  <a:pt x="429925" y="164259"/>
                </a:cubicBezTo>
                <a:cubicBezTo>
                  <a:pt x="421200" y="119022"/>
                  <a:pt x="350934" y="48756"/>
                  <a:pt x="305927" y="40489"/>
                </a:cubicBezTo>
                <a:close/>
                <a:moveTo>
                  <a:pt x="163903" y="40145"/>
                </a:moveTo>
                <a:cubicBezTo>
                  <a:pt x="135314" y="50708"/>
                  <a:pt x="110170" y="66782"/>
                  <a:pt x="88586" y="88482"/>
                </a:cubicBezTo>
                <a:cubicBezTo>
                  <a:pt x="67115" y="110067"/>
                  <a:pt x="51041" y="134981"/>
                  <a:pt x="40249" y="164718"/>
                </a:cubicBezTo>
                <a:cubicBezTo>
                  <a:pt x="44842" y="161503"/>
                  <a:pt x="48401" y="158977"/>
                  <a:pt x="51960" y="156681"/>
                </a:cubicBezTo>
                <a:cubicBezTo>
                  <a:pt x="73086" y="142788"/>
                  <a:pt x="96278" y="133489"/>
                  <a:pt x="120504" y="126600"/>
                </a:cubicBezTo>
                <a:cubicBezTo>
                  <a:pt x="124407" y="125452"/>
                  <a:pt x="126015" y="123500"/>
                  <a:pt x="127278" y="119711"/>
                </a:cubicBezTo>
                <a:cubicBezTo>
                  <a:pt x="132559" y="104785"/>
                  <a:pt x="137611" y="89630"/>
                  <a:pt x="144155" y="75163"/>
                </a:cubicBezTo>
                <a:cubicBezTo>
                  <a:pt x="149666" y="63223"/>
                  <a:pt x="157129" y="51971"/>
                  <a:pt x="163903" y="40145"/>
                </a:cubicBezTo>
                <a:close/>
                <a:moveTo>
                  <a:pt x="249324" y="30041"/>
                </a:moveTo>
                <a:cubicBezTo>
                  <a:pt x="249324" y="57252"/>
                  <a:pt x="249324" y="84004"/>
                  <a:pt x="249324" y="110411"/>
                </a:cubicBezTo>
                <a:cubicBezTo>
                  <a:pt x="271024" y="112592"/>
                  <a:pt x="292379" y="114889"/>
                  <a:pt x="314423" y="117185"/>
                </a:cubicBezTo>
                <a:cubicBezTo>
                  <a:pt x="311323" y="109263"/>
                  <a:pt x="308453" y="101570"/>
                  <a:pt x="305123" y="93993"/>
                </a:cubicBezTo>
                <a:cubicBezTo>
                  <a:pt x="297086" y="75852"/>
                  <a:pt x="287213" y="58860"/>
                  <a:pt x="272861" y="44852"/>
                </a:cubicBezTo>
                <a:cubicBezTo>
                  <a:pt x="266202" y="38308"/>
                  <a:pt x="258624" y="33027"/>
                  <a:pt x="249324" y="30041"/>
                </a:cubicBezTo>
                <a:close/>
                <a:moveTo>
                  <a:pt x="221424" y="30041"/>
                </a:moveTo>
                <a:cubicBezTo>
                  <a:pt x="212010" y="33141"/>
                  <a:pt x="204432" y="38423"/>
                  <a:pt x="197773" y="44967"/>
                </a:cubicBezTo>
                <a:cubicBezTo>
                  <a:pt x="179862" y="62648"/>
                  <a:pt x="168840" y="84578"/>
                  <a:pt x="159999" y="107770"/>
                </a:cubicBezTo>
                <a:cubicBezTo>
                  <a:pt x="158851" y="110870"/>
                  <a:pt x="157703" y="114200"/>
                  <a:pt x="156670" y="117070"/>
                </a:cubicBezTo>
                <a:cubicBezTo>
                  <a:pt x="178484" y="114774"/>
                  <a:pt x="199840" y="112592"/>
                  <a:pt x="221310" y="110411"/>
                </a:cubicBezTo>
                <a:cubicBezTo>
                  <a:pt x="221424" y="83774"/>
                  <a:pt x="221424" y="57137"/>
                  <a:pt x="221424" y="30041"/>
                </a:cubicBezTo>
                <a:close/>
                <a:moveTo>
                  <a:pt x="211073" y="1070"/>
                </a:moveTo>
                <a:cubicBezTo>
                  <a:pt x="226627" y="-406"/>
                  <a:pt x="242636" y="-356"/>
                  <a:pt x="259083" y="1223"/>
                </a:cubicBezTo>
                <a:cubicBezTo>
                  <a:pt x="305697" y="5701"/>
                  <a:pt x="347260" y="23153"/>
                  <a:pt x="383426" y="52889"/>
                </a:cubicBezTo>
                <a:cubicBezTo>
                  <a:pt x="428318" y="89859"/>
                  <a:pt x="456332" y="137163"/>
                  <a:pt x="466666" y="194569"/>
                </a:cubicBezTo>
                <a:cubicBezTo>
                  <a:pt x="468273" y="203410"/>
                  <a:pt x="469077" y="212366"/>
                  <a:pt x="470340" y="221321"/>
                </a:cubicBezTo>
                <a:cubicBezTo>
                  <a:pt x="470340" y="230850"/>
                  <a:pt x="470340" y="240265"/>
                  <a:pt x="470340" y="249795"/>
                </a:cubicBezTo>
                <a:cubicBezTo>
                  <a:pt x="469421" y="256798"/>
                  <a:pt x="468503" y="263917"/>
                  <a:pt x="467584" y="270920"/>
                </a:cubicBezTo>
                <a:cubicBezTo>
                  <a:pt x="466895" y="275972"/>
                  <a:pt x="464714" y="281254"/>
                  <a:pt x="465288" y="286076"/>
                </a:cubicBezTo>
                <a:cubicBezTo>
                  <a:pt x="466206" y="293539"/>
                  <a:pt x="468732" y="301002"/>
                  <a:pt x="470569" y="308465"/>
                </a:cubicBezTo>
                <a:cubicBezTo>
                  <a:pt x="470569" y="314550"/>
                  <a:pt x="470569" y="320750"/>
                  <a:pt x="470569" y="326835"/>
                </a:cubicBezTo>
                <a:cubicBezTo>
                  <a:pt x="470340" y="327409"/>
                  <a:pt x="469880" y="327868"/>
                  <a:pt x="469880" y="328442"/>
                </a:cubicBezTo>
                <a:cubicBezTo>
                  <a:pt x="467929" y="347272"/>
                  <a:pt x="460351" y="363690"/>
                  <a:pt x="448984" y="378616"/>
                </a:cubicBezTo>
                <a:cubicBezTo>
                  <a:pt x="428433" y="405712"/>
                  <a:pt x="408226" y="432923"/>
                  <a:pt x="387559" y="459904"/>
                </a:cubicBezTo>
                <a:cubicBezTo>
                  <a:pt x="384574" y="463807"/>
                  <a:pt x="380441" y="466678"/>
                  <a:pt x="376882" y="470122"/>
                </a:cubicBezTo>
                <a:cubicBezTo>
                  <a:pt x="374471" y="470122"/>
                  <a:pt x="371945" y="470122"/>
                  <a:pt x="369534" y="470122"/>
                </a:cubicBezTo>
                <a:cubicBezTo>
                  <a:pt x="365974" y="466793"/>
                  <a:pt x="361956" y="463693"/>
                  <a:pt x="358856" y="459904"/>
                </a:cubicBezTo>
                <a:cubicBezTo>
                  <a:pt x="354034" y="454163"/>
                  <a:pt x="349901" y="448078"/>
                  <a:pt x="345308" y="441993"/>
                </a:cubicBezTo>
                <a:cubicBezTo>
                  <a:pt x="343471" y="442911"/>
                  <a:pt x="341978" y="443600"/>
                  <a:pt x="340486" y="444289"/>
                </a:cubicBezTo>
                <a:cubicBezTo>
                  <a:pt x="319016" y="455196"/>
                  <a:pt x="296512" y="462889"/>
                  <a:pt x="272631" y="466793"/>
                </a:cubicBezTo>
                <a:cubicBezTo>
                  <a:pt x="264824" y="468056"/>
                  <a:pt x="257017" y="468974"/>
                  <a:pt x="249094" y="470122"/>
                </a:cubicBezTo>
                <a:cubicBezTo>
                  <a:pt x="239909" y="470122"/>
                  <a:pt x="230724" y="470122"/>
                  <a:pt x="221539" y="470122"/>
                </a:cubicBezTo>
                <a:cubicBezTo>
                  <a:pt x="220047" y="469893"/>
                  <a:pt x="218554" y="469548"/>
                  <a:pt x="217062" y="469318"/>
                </a:cubicBezTo>
                <a:cubicBezTo>
                  <a:pt x="207073" y="467941"/>
                  <a:pt x="196969" y="467137"/>
                  <a:pt x="187095" y="465070"/>
                </a:cubicBezTo>
                <a:cubicBezTo>
                  <a:pt x="126015" y="451637"/>
                  <a:pt x="76989" y="419375"/>
                  <a:pt x="41627" y="367823"/>
                </a:cubicBezTo>
                <a:cubicBezTo>
                  <a:pt x="3738" y="312598"/>
                  <a:pt x="-8202" y="251517"/>
                  <a:pt x="5461" y="185958"/>
                </a:cubicBezTo>
                <a:cubicBezTo>
                  <a:pt x="16368" y="133489"/>
                  <a:pt x="43005" y="89974"/>
                  <a:pt x="83878" y="55530"/>
                </a:cubicBezTo>
                <a:cubicBezTo>
                  <a:pt x="121853" y="23669"/>
                  <a:pt x="164412" y="5500"/>
                  <a:pt x="211073" y="107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3" name="Google Shape;113;p25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13150" y="1596190"/>
            <a:ext cx="470575" cy="47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4155" y="1596200"/>
            <a:ext cx="470300" cy="47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04675" y="1596225"/>
            <a:ext cx="470300" cy="47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6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3" name="Google Shape;123;p26"/>
          <p:cNvSpPr txBox="1"/>
          <p:nvPr/>
        </p:nvSpPr>
        <p:spPr>
          <a:xfrm>
            <a:off x="573565" y="1801825"/>
            <a:ext cx="42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Projects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24" name="Google Shape;124;p26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5" name="Google Shape;125;p26"/>
          <p:cNvSpPr txBox="1"/>
          <p:nvPr/>
        </p:nvSpPr>
        <p:spPr>
          <a:xfrm>
            <a:off x="470695" y="2783100"/>
            <a:ext cx="4204200" cy="25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More than 300 projects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○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Code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○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Documentation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○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Other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All results are released under an open source license and usable in a commercial context for free.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6" name="Google Shape;126;p26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27" name="Google Shape;12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39712" y="1608400"/>
            <a:ext cx="6694175" cy="330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6"/>
          <p:cNvSpPr txBox="1"/>
          <p:nvPr/>
        </p:nvSpPr>
        <p:spPr>
          <a:xfrm>
            <a:off x="6096000" y="5090175"/>
            <a:ext cx="518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CCCC"/>
                </a:solidFill>
              </a:rPr>
              <a:t>Flagship &amp; Production OWASP Projects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129" name="Google Shape;129;p26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30" name="Google Shape;13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6" name="Google Shape;136;p27"/>
          <p:cNvSpPr txBox="1"/>
          <p:nvPr/>
        </p:nvSpPr>
        <p:spPr>
          <a:xfrm>
            <a:off x="573565" y="1801825"/>
            <a:ext cx="42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Top 10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37" name="Google Shape;137;p27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8" name="Google Shape;138;p27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9" name="Google Shape;139;p27"/>
          <p:cNvSpPr txBox="1"/>
          <p:nvPr/>
        </p:nvSpPr>
        <p:spPr>
          <a:xfrm>
            <a:off x="470695" y="2783100"/>
            <a:ext cx="4204200" cy="3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The most well known OWASP project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Showcases the most important 10 application security risks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de facto industry AppSec standard since its inception in 2003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Primarily an awareness document (don’t stop at 10)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F64A9"/>
                </a:solidFill>
                <a:latin typeface="Poppins Light"/>
                <a:ea typeface="Poppins Light"/>
                <a:cs typeface="Poppins Light"/>
                <a:sym typeface="Poppins Light"/>
              </a:rPr>
              <a:t>(more on this will be presented by Marco)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40" name="Google Shape;1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600" y="1410450"/>
            <a:ext cx="7010400" cy="3832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42" name="Google Shape;14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48" name="Google Shape;148;p28"/>
          <p:cNvSpPr txBox="1"/>
          <p:nvPr/>
        </p:nvSpPr>
        <p:spPr>
          <a:xfrm>
            <a:off x="573565" y="1268425"/>
            <a:ext cx="4261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</a:t>
            </a:r>
            <a:b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</a:b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Cheat Sheet Series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49" name="Google Shape;149;p28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0" name="Google Shape;150;p28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51" name="Google Shape;15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1601" y="510534"/>
            <a:ext cx="7010401" cy="540841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8"/>
          <p:cNvSpPr txBox="1"/>
          <p:nvPr/>
        </p:nvSpPr>
        <p:spPr>
          <a:xfrm>
            <a:off x="470700" y="2783100"/>
            <a:ext cx="4364100" cy="3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concise collection of high value information on specific application security topics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91 cheat sheets available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Authentication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Authorization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CI/CD Security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Docker Security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DotNet Security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Kubernetes Security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Logging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SAML Security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XML Security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914400" lvl="1" indent="-2921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Poppins Light"/>
              <a:buChar char="○"/>
            </a:pPr>
            <a:r>
              <a:rPr lang="en-US" sz="10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….</a:t>
            </a:r>
            <a:endParaRPr sz="10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53" name="Google Shape;153;p28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9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0" name="Google Shape;160;p29"/>
          <p:cNvSpPr txBox="1"/>
          <p:nvPr/>
        </p:nvSpPr>
        <p:spPr>
          <a:xfrm>
            <a:off x="573565" y="201625"/>
            <a:ext cx="4261200" cy="23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Application Security Verification Standard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61" name="Google Shape;161;p29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2" name="Google Shape;162;p29"/>
          <p:cNvSpPr txBox="1"/>
          <p:nvPr/>
        </p:nvSpPr>
        <p:spPr>
          <a:xfrm>
            <a:off x="573600" y="2783100"/>
            <a:ext cx="42612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Provides a basis for testing web application technical security controls and also provides developers with a list of requirements for secure development</a:t>
            </a:r>
            <a:endParaRPr sz="1500">
              <a:solidFill>
                <a:srgbClr val="4F64A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3" name="Google Shape;163;p29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6096000" y="5928375"/>
            <a:ext cx="518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CCCC"/>
                </a:solidFill>
              </a:rPr>
              <a:t>Some example controls out of the OWASP ASVS</a:t>
            </a:r>
            <a:endParaRPr sz="1600">
              <a:solidFill>
                <a:srgbClr val="CCCCCC"/>
              </a:solidFill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 rotWithShape="1">
          <a:blip r:embed="rId3">
            <a:alphaModFix/>
          </a:blip>
          <a:srcRect b="28607"/>
          <a:stretch/>
        </p:blipFill>
        <p:spPr>
          <a:xfrm>
            <a:off x="5619775" y="811225"/>
            <a:ext cx="6134051" cy="489614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9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67" name="Google Shape;16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0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573565" y="735025"/>
            <a:ext cx="42612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Software Assurance Maturity Model (SAMM)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4" name="Google Shape;174;p30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5" name="Google Shape;175;p30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470700" y="2783100"/>
            <a:ext cx="4364100" cy="32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Effective and measurable way for you to analyze and improve your secure development lifecycle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Technology and process agnostic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Helps you to build a balanced software security assurance program in well-defined iterations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Define and measure security-related activities throughout an organization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8026" y="1671588"/>
            <a:ext cx="6677550" cy="3514824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30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79" name="Google Shape;179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573565" y="735025"/>
            <a:ext cx="42612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Mobile Application Security (MAS)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86" name="Google Shape;186;p31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7" name="Google Shape;187;p31"/>
          <p:cNvSpPr txBox="1"/>
          <p:nvPr/>
        </p:nvSpPr>
        <p:spPr>
          <a:xfrm>
            <a:off x="573600" y="2783100"/>
            <a:ext cx="4261200" cy="36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Security standard for mobile apps</a:t>
            </a:r>
            <a:b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-US" sz="1600">
                <a:solidFill>
                  <a:srgbClr val="4F64A9"/>
                </a:solidFill>
                <a:latin typeface="Poppins Light"/>
                <a:ea typeface="Poppins Light"/>
                <a:cs typeface="Poppins Light"/>
                <a:sym typeface="Poppins Light"/>
              </a:rPr>
              <a:t>(OWASP MASVS)</a:t>
            </a:r>
            <a:b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and a</a:t>
            </a:r>
            <a:b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Comprehensive testing guide</a:t>
            </a:r>
            <a:b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</a:br>
            <a:r>
              <a:rPr lang="en-US" sz="1600">
                <a:solidFill>
                  <a:srgbClr val="4F64A9"/>
                </a:solidFill>
                <a:latin typeface="Poppins Light"/>
                <a:ea typeface="Poppins Light"/>
                <a:cs typeface="Poppins Light"/>
                <a:sym typeface="Poppins Light"/>
              </a:rPr>
              <a:t>(OWASP MASTG)</a:t>
            </a:r>
            <a:endParaRPr sz="1600">
              <a:solidFill>
                <a:srgbClr val="4F64A9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rgbClr val="4F64A9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4F64A9"/>
                </a:solidFill>
                <a:latin typeface="Poppins Light"/>
                <a:ea typeface="Poppins Light"/>
                <a:cs typeface="Poppins Light"/>
                <a:sym typeface="Poppins Light"/>
              </a:rPr>
              <a:t>(more on this will be presented by Stefan)</a:t>
            </a:r>
            <a:endParaRPr sz="1500">
              <a:solidFill>
                <a:srgbClr val="4F64A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8" name="Google Shape;188;p31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89" name="Google Shape;189;p31"/>
          <p:cNvSpPr txBox="1"/>
          <p:nvPr/>
        </p:nvSpPr>
        <p:spPr>
          <a:xfrm>
            <a:off x="6096000" y="5775975"/>
            <a:ext cx="518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CCCC"/>
                </a:solidFill>
              </a:rPr>
              <a:t>OWASP Mobile Application Security</a:t>
            </a:r>
            <a:endParaRPr sz="1600">
              <a:solidFill>
                <a:srgbClr val="CCCCCC"/>
              </a:solidFill>
            </a:endParaRPr>
          </a:p>
        </p:txBody>
      </p:sp>
      <p:pic>
        <p:nvPicPr>
          <p:cNvPr id="190" name="Google Shape;19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1255" y="445750"/>
            <a:ext cx="1511100" cy="1514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8520" y="2164075"/>
            <a:ext cx="2343574" cy="33146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06574" y="2164075"/>
            <a:ext cx="2343574" cy="3314678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1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194" name="Google Shape;194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2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00" name="Google Shape;200;p32"/>
          <p:cNvSpPr txBox="1"/>
          <p:nvPr/>
        </p:nvSpPr>
        <p:spPr>
          <a:xfrm>
            <a:off x="573565" y="1268425"/>
            <a:ext cx="42612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Dependency-Track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01" name="Google Shape;201;p32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02" name="Google Shape;202;p32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03" name="Google Shape;203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1361" y="1078225"/>
            <a:ext cx="6230875" cy="5280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2"/>
          <p:cNvSpPr txBox="1"/>
          <p:nvPr/>
        </p:nvSpPr>
        <p:spPr>
          <a:xfrm>
            <a:off x="573600" y="2783100"/>
            <a:ext cx="4261200" cy="2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A component analysis platform that allows organizations to identify and reduce risk in the software supply chain. Dependency-Track helps you by making tracking of Software Bill of Materials (SBOM) a breeze.</a:t>
            </a:r>
            <a:endParaRPr sz="1500">
              <a:solidFill>
                <a:srgbClr val="4F64A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0" name="Google Shape;210;p33"/>
          <p:cNvSpPr txBox="1"/>
          <p:nvPr/>
        </p:nvSpPr>
        <p:spPr>
          <a:xfrm>
            <a:off x="573565" y="1801825"/>
            <a:ext cx="42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LLM Top 10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11" name="Google Shape;211;p33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2" name="Google Shape;212;p33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13" name="Google Shape;213;p33"/>
          <p:cNvSpPr txBox="1"/>
          <p:nvPr/>
        </p:nvSpPr>
        <p:spPr>
          <a:xfrm>
            <a:off x="573575" y="2783100"/>
            <a:ext cx="4101300" cy="2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Latest Top 10 risks, vulnerabilities and mitigations for developing and securing generative AI and large language model applications across the development, deployment and management lifecycle</a:t>
            </a:r>
            <a:endParaRPr sz="16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14" name="Google Shape;214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92725" y="1228775"/>
            <a:ext cx="6788152" cy="390782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3"/>
          <p:cNvSpPr txBox="1"/>
          <p:nvPr/>
        </p:nvSpPr>
        <p:spPr>
          <a:xfrm>
            <a:off x="6096000" y="5318775"/>
            <a:ext cx="5181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CCCC"/>
                </a:solidFill>
              </a:rPr>
              <a:t>OWASP Top 10 for LLMs and Generative AI Apps</a:t>
            </a:r>
            <a:endParaRPr sz="1600">
              <a:solidFill>
                <a:srgbClr val="CCCCCC"/>
              </a:solidFill>
            </a:endParaRPr>
          </a:p>
        </p:txBody>
      </p:sp>
      <p:sp>
        <p:nvSpPr>
          <p:cNvPr id="216" name="Google Shape;216;p33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17" name="Google Shape;21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23" name="Google Shape;223;p34"/>
          <p:cNvSpPr txBox="1"/>
          <p:nvPr/>
        </p:nvSpPr>
        <p:spPr>
          <a:xfrm>
            <a:off x="573565" y="1801825"/>
            <a:ext cx="4261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OWASP Switzerland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24" name="Google Shape;224;p34"/>
          <p:cNvSpPr/>
          <p:nvPr/>
        </p:nvSpPr>
        <p:spPr>
          <a:xfrm>
            <a:off x="692739" y="24481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25" name="Google Shape;225;p34"/>
          <p:cNvSpPr txBox="1"/>
          <p:nvPr/>
        </p:nvSpPr>
        <p:spPr>
          <a:xfrm>
            <a:off x="470695" y="2783100"/>
            <a:ext cx="4204200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First mentioned in January 2005</a:t>
            </a:r>
            <a:endParaRPr sz="16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First meeting in November 2006</a:t>
            </a:r>
            <a:endParaRPr sz="16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On-site only meetings till the covid pandemic</a:t>
            </a:r>
            <a:endParaRPr sz="16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Light"/>
              <a:buChar char="●"/>
            </a:pPr>
            <a:r>
              <a:rPr lang="en-US" sz="16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Online-only meetings from the start of the covid pandemic until 2024</a:t>
            </a:r>
            <a:endParaRPr sz="16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Char char="●"/>
            </a:pPr>
            <a:r>
              <a:rPr lang="en-US" sz="16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Since 2024 we are back to on-site meetings</a:t>
            </a:r>
            <a:endParaRPr sz="1600" b="1" dirty="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6" name="Google Shape;226;p34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29" name="Google Shape;22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07026" y="378328"/>
            <a:ext cx="1194300" cy="120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4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31" name="Google Shape;231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87;p24">
            <a:extLst>
              <a:ext uri="{FF2B5EF4-FFF2-40B4-BE49-F238E27FC236}">
                <a16:creationId xmlns:a16="http://schemas.microsoft.com/office/drawing/2014/main" id="{F4E37269-51C3-228D-E767-8B39D84CCE82}"/>
              </a:ext>
            </a:extLst>
          </p:cNvPr>
          <p:cNvSpPr txBox="1"/>
          <p:nvPr/>
        </p:nvSpPr>
        <p:spPr>
          <a:xfrm>
            <a:off x="5796317" y="3284133"/>
            <a:ext cx="5780966" cy="216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Meet on-site in person.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Get to know your local community.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Exchange ideas with like minded people.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Contribute to the local network.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Dive into the global community.</a:t>
            </a:r>
            <a:endParaRPr sz="1800" dirty="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5"/>
          <p:cNvSpPr/>
          <p:nvPr/>
        </p:nvSpPr>
        <p:spPr>
          <a:xfrm>
            <a:off x="5181600" y="0"/>
            <a:ext cx="70104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37" name="Google Shape;237;p35"/>
          <p:cNvSpPr/>
          <p:nvPr/>
        </p:nvSpPr>
        <p:spPr>
          <a:xfrm>
            <a:off x="0" y="0"/>
            <a:ext cx="51816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38" name="Google Shape;238;p35"/>
          <p:cNvSpPr txBox="1"/>
          <p:nvPr/>
        </p:nvSpPr>
        <p:spPr>
          <a:xfrm>
            <a:off x="710725" y="1192225"/>
            <a:ext cx="3987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Become a Member</a:t>
            </a:r>
            <a:endParaRPr sz="3600" b="1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39" name="Google Shape;239;p35"/>
          <p:cNvSpPr/>
          <p:nvPr/>
        </p:nvSpPr>
        <p:spPr>
          <a:xfrm>
            <a:off x="829899" y="1838555"/>
            <a:ext cx="273900" cy="52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0" name="Google Shape;240;p35"/>
          <p:cNvSpPr txBox="1"/>
          <p:nvPr/>
        </p:nvSpPr>
        <p:spPr>
          <a:xfrm>
            <a:off x="710721" y="2173497"/>
            <a:ext cx="3807300" cy="4108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If you like what we do, please consider becoming an OWASP member.</a:t>
            </a:r>
            <a:endParaRPr sz="16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$50/year</a:t>
            </a:r>
            <a:r>
              <a:rPr lang="en-US" sz="2300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 for individuals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1" dirty="0">
                <a:solidFill>
                  <a:schemeClr val="lt1"/>
                </a:solidFill>
                <a:latin typeface="Poppins Light"/>
                <a:ea typeface="Poppins Light"/>
                <a:cs typeface="Poppins Light"/>
                <a:sym typeface="Poppins Light"/>
              </a:rPr>
              <a:t>$500/lifetime</a:t>
            </a:r>
            <a:endParaRPr sz="2300" b="1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6D9EEB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6D9EEB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4F64A9"/>
                </a:solidFill>
                <a:latin typeface="Poppins Light"/>
                <a:ea typeface="Poppins Light"/>
                <a:cs typeface="Poppins Light"/>
                <a:sym typeface="Poppins Light"/>
              </a:rPr>
              <a:t>Starting $2,000/year for companies</a:t>
            </a:r>
            <a:endParaRPr sz="1600" dirty="0">
              <a:solidFill>
                <a:srgbClr val="4F64A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41" name="Google Shape;241;p35"/>
          <p:cNvSpPr txBox="1"/>
          <p:nvPr/>
        </p:nvSpPr>
        <p:spPr>
          <a:xfrm>
            <a:off x="7186800" y="5482600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CCCC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https://owasp.org/membership/</a:t>
            </a:r>
            <a:endParaRPr sz="1600">
              <a:solidFill>
                <a:srgbClr val="CCCCCC"/>
              </a:solidFill>
            </a:endParaRPr>
          </a:p>
        </p:txBody>
      </p:sp>
      <p:pic>
        <p:nvPicPr>
          <p:cNvPr id="242" name="Google Shape;242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3150" y="1173500"/>
            <a:ext cx="3807300" cy="4290964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5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44" name="Google Shape;244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6"/>
          <p:cNvSpPr/>
          <p:nvPr/>
        </p:nvSpPr>
        <p:spPr>
          <a:xfrm>
            <a:off x="3769003" y="2689100"/>
            <a:ext cx="2446200" cy="363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635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251" name="Google Shape;251;p36"/>
          <p:cNvCxnSpPr/>
          <p:nvPr/>
        </p:nvCxnSpPr>
        <p:spPr>
          <a:xfrm>
            <a:off x="4709812" y="5142570"/>
            <a:ext cx="564600" cy="0"/>
          </a:xfrm>
          <a:prstGeom prst="straightConnector1">
            <a:avLst/>
          </a:prstGeom>
          <a:noFill/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2" name="Google Shape;252;p36"/>
          <p:cNvSpPr txBox="1"/>
          <p:nvPr/>
        </p:nvSpPr>
        <p:spPr>
          <a:xfrm>
            <a:off x="4006575" y="3672060"/>
            <a:ext cx="19710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Thomas Sutter</a:t>
            </a:r>
            <a:endParaRPr dirty="0"/>
          </a:p>
        </p:txBody>
      </p:sp>
      <p:sp>
        <p:nvSpPr>
          <p:cNvPr id="253" name="Google Shape;253;p36"/>
          <p:cNvSpPr txBox="1"/>
          <p:nvPr/>
        </p:nvSpPr>
        <p:spPr>
          <a:xfrm>
            <a:off x="4006574" y="4616959"/>
            <a:ext cx="1971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University of Bern</a:t>
            </a:r>
            <a:endParaRPr dirty="0"/>
          </a:p>
        </p:txBody>
      </p:sp>
      <p:sp>
        <p:nvSpPr>
          <p:cNvPr id="254" name="Google Shape;254;p36"/>
          <p:cNvSpPr/>
          <p:nvPr/>
        </p:nvSpPr>
        <p:spPr>
          <a:xfrm>
            <a:off x="6483072" y="2689100"/>
            <a:ext cx="2446200" cy="36336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54000" dist="63500" dir="2700000" algn="tl" rotWithShape="0">
              <a:srgbClr val="7F7F7F">
                <a:alpha val="2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256" name="Google Shape;256;p36"/>
          <p:cNvCxnSpPr/>
          <p:nvPr/>
        </p:nvCxnSpPr>
        <p:spPr>
          <a:xfrm>
            <a:off x="7423880" y="5142570"/>
            <a:ext cx="564600" cy="0"/>
          </a:xfrm>
          <a:prstGeom prst="straightConnector1">
            <a:avLst/>
          </a:prstGeom>
          <a:noFill/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57" name="Google Shape;257;p36"/>
          <p:cNvSpPr txBox="1"/>
          <p:nvPr/>
        </p:nvSpPr>
        <p:spPr>
          <a:xfrm>
            <a:off x="6720643" y="3672060"/>
            <a:ext cx="19710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Romano Roth</a:t>
            </a:r>
            <a:endParaRPr dirty="0"/>
          </a:p>
        </p:txBody>
      </p:sp>
      <p:sp>
        <p:nvSpPr>
          <p:cNvPr id="258" name="Google Shape;258;p36"/>
          <p:cNvSpPr txBox="1"/>
          <p:nvPr/>
        </p:nvSpPr>
        <p:spPr>
          <a:xfrm>
            <a:off x="6719416" y="4600709"/>
            <a:ext cx="2081683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Zühlke Engineering</a:t>
            </a:r>
            <a:endParaRPr dirty="0"/>
          </a:p>
        </p:txBody>
      </p:sp>
      <p:sp>
        <p:nvSpPr>
          <p:cNvPr id="273" name="Google Shape;273;p36"/>
          <p:cNvSpPr txBox="1"/>
          <p:nvPr/>
        </p:nvSpPr>
        <p:spPr>
          <a:xfrm>
            <a:off x="2148839" y="724540"/>
            <a:ext cx="7894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MEET OUR SPEAKERS</a:t>
            </a:r>
            <a:endParaRPr sz="3600" b="1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74" name="Google Shape;274;p36"/>
          <p:cNvSpPr txBox="1"/>
          <p:nvPr/>
        </p:nvSpPr>
        <p:spPr>
          <a:xfrm>
            <a:off x="2148840" y="352145"/>
            <a:ext cx="7894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800" dirty="0">
                <a:solidFill>
                  <a:schemeClr val="accent2"/>
                </a:solidFill>
                <a:latin typeface="Poppins Light"/>
                <a:ea typeface="Poppins Light"/>
                <a:cs typeface="Poppins Light"/>
                <a:sym typeface="Poppins Light"/>
              </a:rPr>
              <a:t>OWASP Switzerland Community Meetup</a:t>
            </a:r>
            <a:endParaRPr sz="1800" dirty="0">
              <a:solidFill>
                <a:schemeClr val="accent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76" name="Google Shape;276;p36"/>
          <p:cNvSpPr/>
          <p:nvPr/>
        </p:nvSpPr>
        <p:spPr>
          <a:xfrm>
            <a:off x="10794652" y="283186"/>
            <a:ext cx="1052344" cy="30869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277" name="Google Shape;27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8610" y="252538"/>
            <a:ext cx="366991" cy="36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6"/>
          <p:cNvSpPr txBox="1"/>
          <p:nvPr/>
        </p:nvSpPr>
        <p:spPr>
          <a:xfrm>
            <a:off x="4007899" y="5249959"/>
            <a:ext cx="1971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A5A5A5"/>
                </a:solidFill>
                <a:latin typeface="Poppins Light"/>
                <a:ea typeface="Poppins Light"/>
                <a:cs typeface="Poppins Light"/>
                <a:sym typeface="Poppins Light"/>
              </a:rPr>
              <a:t>Uninstallable</a:t>
            </a:r>
            <a:r>
              <a:rPr lang="en-US" dirty="0">
                <a:solidFill>
                  <a:srgbClr val="A5A5A5"/>
                </a:solidFill>
                <a:latin typeface="Poppins Light"/>
                <a:ea typeface="Poppins Light"/>
                <a:cs typeface="Poppins Light"/>
                <a:sym typeface="Poppins Light"/>
              </a:rPr>
              <a:t> by Design</a:t>
            </a:r>
            <a:endParaRPr dirty="0">
              <a:solidFill>
                <a:srgbClr val="A5A5A5"/>
              </a:solidFill>
            </a:endParaRPr>
          </a:p>
        </p:txBody>
      </p:sp>
      <p:cxnSp>
        <p:nvCxnSpPr>
          <p:cNvPr id="279" name="Google Shape;279;p36"/>
          <p:cNvCxnSpPr/>
          <p:nvPr/>
        </p:nvCxnSpPr>
        <p:spPr>
          <a:xfrm>
            <a:off x="4709862" y="4458945"/>
            <a:ext cx="564600" cy="0"/>
          </a:xfrm>
          <a:prstGeom prst="straightConnector1">
            <a:avLst/>
          </a:prstGeom>
          <a:noFill/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80" name="Google Shape;280;p36"/>
          <p:cNvCxnSpPr/>
          <p:nvPr/>
        </p:nvCxnSpPr>
        <p:spPr>
          <a:xfrm>
            <a:off x="7423930" y="4458945"/>
            <a:ext cx="564600" cy="0"/>
          </a:xfrm>
          <a:prstGeom prst="straightConnector1">
            <a:avLst/>
          </a:prstGeom>
          <a:noFill/>
          <a:ln w="38100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3" name="Google Shape;283;p36"/>
          <p:cNvSpPr txBox="1"/>
          <p:nvPr/>
        </p:nvSpPr>
        <p:spPr>
          <a:xfrm>
            <a:off x="6719424" y="5362860"/>
            <a:ext cx="19710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A5A5A5"/>
                </a:solidFill>
                <a:latin typeface="Poppins Light"/>
                <a:ea typeface="Poppins Light"/>
                <a:cs typeface="Poppins Light"/>
                <a:sym typeface="Poppins Light"/>
              </a:rPr>
              <a:t>Continuous Security with DevSecOps</a:t>
            </a:r>
            <a:endParaRPr dirty="0">
              <a:solidFill>
                <a:srgbClr val="A5A5A5"/>
              </a:solidFill>
            </a:endParaRPr>
          </a:p>
        </p:txBody>
      </p:sp>
      <p:pic>
        <p:nvPicPr>
          <p:cNvPr id="8" name="Picture Placeholder 7" descr="A person with a goatee and beard&#10;&#10;AI-generated content may be incorrect.">
            <a:extLst>
              <a:ext uri="{FF2B5EF4-FFF2-40B4-BE49-F238E27FC236}">
                <a16:creationId xmlns:a16="http://schemas.microsoft.com/office/drawing/2014/main" id="{2EBE448B-EE36-489F-6389-B37A288B5843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4"/>
          <a:srcRect l="26683" t="7110" r="29173" b="20299"/>
          <a:stretch/>
        </p:blipFill>
        <p:spPr>
          <a:xfrm>
            <a:off x="6886967" y="1691849"/>
            <a:ext cx="1640898" cy="1792060"/>
          </a:xfrm>
        </p:spPr>
      </p:pic>
      <p:pic>
        <p:nvPicPr>
          <p:cNvPr id="4" name="Picture Placeholder 3" descr="A person in a blue shirt&#10;&#10;AI-generated content may be incorrect.">
            <a:extLst>
              <a:ext uri="{FF2B5EF4-FFF2-40B4-BE49-F238E27FC236}">
                <a16:creationId xmlns:a16="http://schemas.microsoft.com/office/drawing/2014/main" id="{97C1E90A-9DD9-137A-B0E1-162834A0C98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5"/>
          <a:srcRect l="32736" r="29062" b="37313"/>
          <a:stretch/>
        </p:blipFill>
        <p:spPr>
          <a:xfrm>
            <a:off x="4176262" y="1691849"/>
            <a:ext cx="1640898" cy="1792060"/>
          </a:xfr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1" name="Google Shape;291;p37"/>
          <p:cNvSpPr/>
          <p:nvPr/>
        </p:nvSpPr>
        <p:spPr>
          <a:xfrm>
            <a:off x="0" y="-8"/>
            <a:ext cx="6096006" cy="6858010"/>
          </a:xfrm>
          <a:custGeom>
            <a:avLst/>
            <a:gdLst/>
            <a:ahLst/>
            <a:cxnLst/>
            <a:rect l="l" t="t" r="r" b="b"/>
            <a:pathLst>
              <a:path w="6096006" h="6858010" extrusionOk="0">
                <a:moveTo>
                  <a:pt x="3930981" y="1328719"/>
                </a:moveTo>
                <a:cubicBezTo>
                  <a:pt x="3952899" y="1328719"/>
                  <a:pt x="4047794" y="1547728"/>
                  <a:pt x="4047794" y="1591533"/>
                </a:cubicBezTo>
                <a:cubicBezTo>
                  <a:pt x="4047794" y="1613435"/>
                  <a:pt x="4025906" y="1686443"/>
                  <a:pt x="4003989" y="1752150"/>
                </a:cubicBezTo>
                <a:cubicBezTo>
                  <a:pt x="3967500" y="1861661"/>
                  <a:pt x="3967500" y="1868962"/>
                  <a:pt x="3989388" y="1883564"/>
                </a:cubicBezTo>
                <a:cubicBezTo>
                  <a:pt x="4025906" y="1905466"/>
                  <a:pt x="4150005" y="2029579"/>
                  <a:pt x="4179208" y="2073369"/>
                </a:cubicBezTo>
                <a:lnTo>
                  <a:pt x="4208411" y="2117174"/>
                </a:lnTo>
                <a:lnTo>
                  <a:pt x="4303322" y="2073369"/>
                </a:lnTo>
                <a:cubicBezTo>
                  <a:pt x="4369029" y="2051481"/>
                  <a:pt x="4434736" y="2029579"/>
                  <a:pt x="4463940" y="2029579"/>
                </a:cubicBezTo>
                <a:cubicBezTo>
                  <a:pt x="4522345" y="2029579"/>
                  <a:pt x="4734053" y="2124489"/>
                  <a:pt x="4734053" y="2146377"/>
                </a:cubicBezTo>
                <a:cubicBezTo>
                  <a:pt x="4734053" y="2168294"/>
                  <a:pt x="4697549" y="2160978"/>
                  <a:pt x="4602639" y="2109873"/>
                </a:cubicBezTo>
                <a:cubicBezTo>
                  <a:pt x="4551534" y="2087970"/>
                  <a:pt x="4493142" y="2066068"/>
                  <a:pt x="4471225" y="2066068"/>
                </a:cubicBezTo>
                <a:cubicBezTo>
                  <a:pt x="4427421" y="2066068"/>
                  <a:pt x="4237615" y="2131775"/>
                  <a:pt x="4237615" y="2146377"/>
                </a:cubicBezTo>
                <a:cubicBezTo>
                  <a:pt x="4237615" y="2146377"/>
                  <a:pt x="4244915" y="2153677"/>
                  <a:pt x="4252216" y="2153677"/>
                </a:cubicBezTo>
                <a:cubicBezTo>
                  <a:pt x="4259517" y="2153677"/>
                  <a:pt x="4281419" y="2168294"/>
                  <a:pt x="4303322" y="2190181"/>
                </a:cubicBezTo>
                <a:cubicBezTo>
                  <a:pt x="4376330" y="2248588"/>
                  <a:pt x="4369029" y="2358099"/>
                  <a:pt x="4281419" y="2409205"/>
                </a:cubicBezTo>
                <a:cubicBezTo>
                  <a:pt x="4266818" y="2423806"/>
                  <a:pt x="4237615" y="2453009"/>
                  <a:pt x="4223013" y="2474912"/>
                </a:cubicBezTo>
                <a:cubicBezTo>
                  <a:pt x="4157306" y="2577108"/>
                  <a:pt x="4040493" y="2613626"/>
                  <a:pt x="3901778" y="2577108"/>
                </a:cubicBezTo>
                <a:cubicBezTo>
                  <a:pt x="3857988" y="2562506"/>
                  <a:pt x="3821484" y="2555220"/>
                  <a:pt x="3821484" y="2555220"/>
                </a:cubicBezTo>
                <a:cubicBezTo>
                  <a:pt x="3821484" y="2555220"/>
                  <a:pt x="3828785" y="2620927"/>
                  <a:pt x="3828785" y="2701220"/>
                </a:cubicBezTo>
                <a:lnTo>
                  <a:pt x="3836086" y="2847236"/>
                </a:lnTo>
                <a:lnTo>
                  <a:pt x="3923695" y="2912943"/>
                </a:lnTo>
                <a:lnTo>
                  <a:pt x="4011305" y="2993251"/>
                </a:lnTo>
                <a:lnTo>
                  <a:pt x="4201111" y="2985951"/>
                </a:lnTo>
                <a:cubicBezTo>
                  <a:pt x="4420135" y="2978650"/>
                  <a:pt x="4434736" y="3000553"/>
                  <a:pt x="4230314" y="3029755"/>
                </a:cubicBezTo>
                <a:cubicBezTo>
                  <a:pt x="4055095" y="3051658"/>
                  <a:pt x="4033192" y="3051658"/>
                  <a:pt x="3916380" y="3015154"/>
                </a:cubicBezTo>
                <a:cubicBezTo>
                  <a:pt x="3865289" y="2993251"/>
                  <a:pt x="3821484" y="2978650"/>
                  <a:pt x="3814184" y="2985951"/>
                </a:cubicBezTo>
                <a:cubicBezTo>
                  <a:pt x="3806883" y="2985951"/>
                  <a:pt x="3828785" y="3022455"/>
                  <a:pt x="3850688" y="3066259"/>
                </a:cubicBezTo>
                <a:lnTo>
                  <a:pt x="3894492" y="3139267"/>
                </a:lnTo>
                <a:lnTo>
                  <a:pt x="4084298" y="3175771"/>
                </a:lnTo>
                <a:cubicBezTo>
                  <a:pt x="4186509" y="3212275"/>
                  <a:pt x="4266818" y="3241478"/>
                  <a:pt x="4266818" y="3248779"/>
                </a:cubicBezTo>
                <a:cubicBezTo>
                  <a:pt x="4266818" y="3277982"/>
                  <a:pt x="3872590" y="3183072"/>
                  <a:pt x="3828785" y="3139267"/>
                </a:cubicBezTo>
                <a:lnTo>
                  <a:pt x="3792281" y="3110064"/>
                </a:lnTo>
                <a:lnTo>
                  <a:pt x="3799582" y="3153869"/>
                </a:lnTo>
                <a:cubicBezTo>
                  <a:pt x="3814184" y="3226876"/>
                  <a:pt x="3836086" y="3256079"/>
                  <a:pt x="3952899" y="3372877"/>
                </a:cubicBezTo>
                <a:cubicBezTo>
                  <a:pt x="4113501" y="3533494"/>
                  <a:pt x="4084298" y="3533494"/>
                  <a:pt x="3887191" y="3372877"/>
                </a:cubicBezTo>
                <a:cubicBezTo>
                  <a:pt x="3799582" y="3299884"/>
                  <a:pt x="3784980" y="3277982"/>
                  <a:pt x="3719273" y="3153869"/>
                </a:cubicBezTo>
                <a:cubicBezTo>
                  <a:pt x="3653566" y="3029755"/>
                  <a:pt x="3631664" y="3000553"/>
                  <a:pt x="3609761" y="3029755"/>
                </a:cubicBezTo>
                <a:cubicBezTo>
                  <a:pt x="3602461" y="3037056"/>
                  <a:pt x="3624363" y="3183072"/>
                  <a:pt x="3653566" y="3350989"/>
                </a:cubicBezTo>
                <a:cubicBezTo>
                  <a:pt x="3821484" y="4314662"/>
                  <a:pt x="3865289" y="4811115"/>
                  <a:pt x="3843387" y="5424365"/>
                </a:cubicBezTo>
                <a:cubicBezTo>
                  <a:pt x="3828785" y="5694479"/>
                  <a:pt x="3821484" y="5789389"/>
                  <a:pt x="3792281" y="5818592"/>
                </a:cubicBezTo>
                <a:cubicBezTo>
                  <a:pt x="3733875" y="5876998"/>
                  <a:pt x="3332346" y="5241846"/>
                  <a:pt x="3237436" y="4935213"/>
                </a:cubicBezTo>
                <a:cubicBezTo>
                  <a:pt x="3179030" y="4745393"/>
                  <a:pt x="3135225" y="4460678"/>
                  <a:pt x="3142526" y="4329264"/>
                </a:cubicBezTo>
                <a:cubicBezTo>
                  <a:pt x="3149827" y="4205151"/>
                  <a:pt x="3142526" y="4227053"/>
                  <a:pt x="3273940" y="3971540"/>
                </a:cubicBezTo>
                <a:cubicBezTo>
                  <a:pt x="3295842" y="3920435"/>
                  <a:pt x="3325045" y="3847427"/>
                  <a:pt x="3332346" y="3810923"/>
                </a:cubicBezTo>
                <a:cubicBezTo>
                  <a:pt x="3346948" y="3737916"/>
                  <a:pt x="3405339" y="3131966"/>
                  <a:pt x="3405339" y="3066259"/>
                </a:cubicBezTo>
                <a:cubicBezTo>
                  <a:pt x="3405339" y="3037056"/>
                  <a:pt x="3398054" y="3029755"/>
                  <a:pt x="3325045" y="3000553"/>
                </a:cubicBezTo>
                <a:cubicBezTo>
                  <a:pt x="3281241" y="2978650"/>
                  <a:pt x="3244737" y="2964048"/>
                  <a:pt x="3237436" y="2971349"/>
                </a:cubicBezTo>
                <a:cubicBezTo>
                  <a:pt x="3230135" y="2978650"/>
                  <a:pt x="3237436" y="3000553"/>
                  <a:pt x="3244737" y="3022455"/>
                </a:cubicBezTo>
                <a:cubicBezTo>
                  <a:pt x="3310444" y="3204974"/>
                  <a:pt x="3193631" y="3409396"/>
                  <a:pt x="2806704" y="3810923"/>
                </a:cubicBezTo>
                <a:cubicBezTo>
                  <a:pt x="2587681" y="4037247"/>
                  <a:pt x="2368657" y="4197865"/>
                  <a:pt x="2018234" y="4402271"/>
                </a:cubicBezTo>
                <a:cubicBezTo>
                  <a:pt x="1806526" y="4519084"/>
                  <a:pt x="1324688" y="4759995"/>
                  <a:pt x="1310087" y="4745393"/>
                </a:cubicBezTo>
                <a:cubicBezTo>
                  <a:pt x="1295485" y="4738107"/>
                  <a:pt x="1499892" y="4307361"/>
                  <a:pt x="1616705" y="4102940"/>
                </a:cubicBezTo>
                <a:cubicBezTo>
                  <a:pt x="1828428" y="3723314"/>
                  <a:pt x="1981730" y="3511592"/>
                  <a:pt x="2222656" y="3270681"/>
                </a:cubicBezTo>
                <a:cubicBezTo>
                  <a:pt x="2427063" y="3066259"/>
                  <a:pt x="2638786" y="2891041"/>
                  <a:pt x="2755599" y="2839950"/>
                </a:cubicBezTo>
                <a:cubicBezTo>
                  <a:pt x="2857810" y="2788830"/>
                  <a:pt x="2967307" y="2781529"/>
                  <a:pt x="3040315" y="2810747"/>
                </a:cubicBezTo>
                <a:cubicBezTo>
                  <a:pt x="3062217" y="2825349"/>
                  <a:pt x="3091420" y="2832634"/>
                  <a:pt x="3091420" y="2832634"/>
                </a:cubicBezTo>
                <a:cubicBezTo>
                  <a:pt x="3091420" y="2832634"/>
                  <a:pt x="3076819" y="2788830"/>
                  <a:pt x="3054916" y="2737739"/>
                </a:cubicBezTo>
                <a:cubicBezTo>
                  <a:pt x="3018412" y="2650115"/>
                  <a:pt x="3003811" y="2642829"/>
                  <a:pt x="2974623" y="2642829"/>
                </a:cubicBezTo>
                <a:cubicBezTo>
                  <a:pt x="2872411" y="2642829"/>
                  <a:pt x="2222656" y="2715837"/>
                  <a:pt x="2164250" y="2730424"/>
                </a:cubicBezTo>
                <a:cubicBezTo>
                  <a:pt x="2127746" y="2737739"/>
                  <a:pt x="2062039" y="2774228"/>
                  <a:pt x="2018234" y="2803431"/>
                </a:cubicBezTo>
                <a:cubicBezTo>
                  <a:pt x="1894135" y="2891041"/>
                  <a:pt x="1828428" y="2905642"/>
                  <a:pt x="1631307" y="2905642"/>
                </a:cubicBezTo>
                <a:cubicBezTo>
                  <a:pt x="1266282" y="2905642"/>
                  <a:pt x="915859" y="2774228"/>
                  <a:pt x="492413" y="2496814"/>
                </a:cubicBezTo>
                <a:cubicBezTo>
                  <a:pt x="295307" y="2372700"/>
                  <a:pt x="200396" y="2277791"/>
                  <a:pt x="222299" y="2255888"/>
                </a:cubicBezTo>
                <a:cubicBezTo>
                  <a:pt x="229600" y="2248588"/>
                  <a:pt x="288006" y="2233986"/>
                  <a:pt x="353698" y="2219384"/>
                </a:cubicBezTo>
                <a:cubicBezTo>
                  <a:pt x="455909" y="2204783"/>
                  <a:pt x="565421" y="2197497"/>
                  <a:pt x="981551" y="2204783"/>
                </a:cubicBezTo>
                <a:cubicBezTo>
                  <a:pt x="1616705" y="2212084"/>
                  <a:pt x="1791924" y="2226685"/>
                  <a:pt x="2616884" y="2372700"/>
                </a:cubicBezTo>
                <a:cubicBezTo>
                  <a:pt x="2828607" y="2409205"/>
                  <a:pt x="3003811" y="2438407"/>
                  <a:pt x="3011112" y="2431107"/>
                </a:cubicBezTo>
                <a:cubicBezTo>
                  <a:pt x="3040315" y="2416505"/>
                  <a:pt x="3011112" y="2387302"/>
                  <a:pt x="2901615" y="2336197"/>
                </a:cubicBezTo>
                <a:cubicBezTo>
                  <a:pt x="2835908" y="2306994"/>
                  <a:pt x="2755599" y="2263189"/>
                  <a:pt x="2726396" y="2233986"/>
                </a:cubicBezTo>
                <a:cubicBezTo>
                  <a:pt x="2667989" y="2182881"/>
                  <a:pt x="2543876" y="2007662"/>
                  <a:pt x="2551177" y="1993060"/>
                </a:cubicBezTo>
                <a:cubicBezTo>
                  <a:pt x="2558477" y="1985774"/>
                  <a:pt x="2609583" y="2036865"/>
                  <a:pt x="2675290" y="2102572"/>
                </a:cubicBezTo>
                <a:cubicBezTo>
                  <a:pt x="2762900" y="2190181"/>
                  <a:pt x="2814005" y="2226685"/>
                  <a:pt x="2865111" y="2248588"/>
                </a:cubicBezTo>
                <a:cubicBezTo>
                  <a:pt x="2938104" y="2277791"/>
                  <a:pt x="2945419" y="2270490"/>
                  <a:pt x="2901615" y="2226685"/>
                </a:cubicBezTo>
                <a:cubicBezTo>
                  <a:pt x="2879697" y="2212084"/>
                  <a:pt x="2857810" y="2146377"/>
                  <a:pt x="2835908" y="2036865"/>
                </a:cubicBezTo>
                <a:cubicBezTo>
                  <a:pt x="2777501" y="1766751"/>
                  <a:pt x="2792103" y="1730247"/>
                  <a:pt x="2865111" y="1963857"/>
                </a:cubicBezTo>
                <a:cubicBezTo>
                  <a:pt x="2930818" y="2160978"/>
                  <a:pt x="2938104" y="2182881"/>
                  <a:pt x="3011112" y="2219384"/>
                </a:cubicBezTo>
                <a:cubicBezTo>
                  <a:pt x="3047615" y="2241287"/>
                  <a:pt x="3084120" y="2255888"/>
                  <a:pt x="3091420" y="2255888"/>
                </a:cubicBezTo>
                <a:cubicBezTo>
                  <a:pt x="3098721" y="2255888"/>
                  <a:pt x="3091420" y="2212084"/>
                  <a:pt x="3069518" y="2160978"/>
                </a:cubicBezTo>
                <a:cubicBezTo>
                  <a:pt x="3025713" y="2044166"/>
                  <a:pt x="3025713" y="2022278"/>
                  <a:pt x="3054916" y="1847060"/>
                </a:cubicBezTo>
                <a:cubicBezTo>
                  <a:pt x="3084120" y="1642638"/>
                  <a:pt x="3098721" y="1649939"/>
                  <a:pt x="3091420" y="1854360"/>
                </a:cubicBezTo>
                <a:lnTo>
                  <a:pt x="3084120" y="2036865"/>
                </a:lnTo>
                <a:lnTo>
                  <a:pt x="3157127" y="2139076"/>
                </a:lnTo>
                <a:cubicBezTo>
                  <a:pt x="3222835" y="2233986"/>
                  <a:pt x="3230135" y="2241287"/>
                  <a:pt x="3273940" y="2233986"/>
                </a:cubicBezTo>
                <a:cubicBezTo>
                  <a:pt x="3346948" y="2226685"/>
                  <a:pt x="3398054" y="2226685"/>
                  <a:pt x="3456460" y="2241287"/>
                </a:cubicBezTo>
                <a:lnTo>
                  <a:pt x="3514866" y="2248588"/>
                </a:lnTo>
                <a:lnTo>
                  <a:pt x="3492949" y="2160978"/>
                </a:lnTo>
                <a:cubicBezTo>
                  <a:pt x="3463746" y="2014977"/>
                  <a:pt x="3492949" y="1920053"/>
                  <a:pt x="3580558" y="1854360"/>
                </a:cubicBezTo>
                <a:cubicBezTo>
                  <a:pt x="3609761" y="1839759"/>
                  <a:pt x="3653566" y="1795954"/>
                  <a:pt x="3682769" y="1766751"/>
                </a:cubicBezTo>
                <a:cubicBezTo>
                  <a:pt x="3726574" y="1722946"/>
                  <a:pt x="3733875" y="1715646"/>
                  <a:pt x="3784980" y="1715646"/>
                </a:cubicBezTo>
                <a:cubicBezTo>
                  <a:pt x="3843387" y="1715646"/>
                  <a:pt x="3901778" y="1752150"/>
                  <a:pt x="3916380" y="1803255"/>
                </a:cubicBezTo>
                <a:cubicBezTo>
                  <a:pt x="3930981" y="1868962"/>
                  <a:pt x="4003989" y="1730247"/>
                  <a:pt x="4003989" y="1620736"/>
                </a:cubicBezTo>
                <a:cubicBezTo>
                  <a:pt x="4003989" y="1555029"/>
                  <a:pt x="3996703" y="1525826"/>
                  <a:pt x="3952899" y="1445517"/>
                </a:cubicBezTo>
                <a:cubicBezTo>
                  <a:pt x="3923695" y="1394412"/>
                  <a:pt x="3901778" y="1350607"/>
                  <a:pt x="3909094" y="1343321"/>
                </a:cubicBezTo>
                <a:cubicBezTo>
                  <a:pt x="3916380" y="1336005"/>
                  <a:pt x="3923695" y="1328719"/>
                  <a:pt x="3930981" y="1328719"/>
                </a:cubicBezTo>
                <a:close/>
                <a:moveTo>
                  <a:pt x="2525516" y="456"/>
                </a:moveTo>
                <a:cubicBezTo>
                  <a:pt x="2580614" y="-457"/>
                  <a:pt x="2643812" y="1"/>
                  <a:pt x="2709058" y="1822"/>
                </a:cubicBezTo>
                <a:cubicBezTo>
                  <a:pt x="2839550" y="5480"/>
                  <a:pt x="2978265" y="14610"/>
                  <a:pt x="3076819" y="29211"/>
                </a:cubicBezTo>
                <a:cubicBezTo>
                  <a:pt x="3471061" y="80317"/>
                  <a:pt x="3850688" y="189813"/>
                  <a:pt x="4201111" y="365032"/>
                </a:cubicBezTo>
                <a:cubicBezTo>
                  <a:pt x="4544233" y="532950"/>
                  <a:pt x="4785159" y="708168"/>
                  <a:pt x="5055274" y="970981"/>
                </a:cubicBezTo>
                <a:cubicBezTo>
                  <a:pt x="5829142" y="1730247"/>
                  <a:pt x="6201468" y="2759627"/>
                  <a:pt x="6070068" y="3832826"/>
                </a:cubicBezTo>
                <a:cubicBezTo>
                  <a:pt x="6018948" y="4263557"/>
                  <a:pt x="5902150" y="4643197"/>
                  <a:pt x="5705029" y="5030123"/>
                </a:cubicBezTo>
                <a:cubicBezTo>
                  <a:pt x="5237793" y="5928104"/>
                  <a:pt x="4339826" y="6599760"/>
                  <a:pt x="3346948" y="6789565"/>
                </a:cubicBezTo>
                <a:cubicBezTo>
                  <a:pt x="2974623" y="6862573"/>
                  <a:pt x="2653388" y="6877175"/>
                  <a:pt x="2295664" y="6833370"/>
                </a:cubicBezTo>
                <a:cubicBezTo>
                  <a:pt x="2054738" y="6804167"/>
                  <a:pt x="1930624" y="6782279"/>
                  <a:pt x="1755420" y="6731159"/>
                </a:cubicBezTo>
                <a:cubicBezTo>
                  <a:pt x="1156770" y="6563256"/>
                  <a:pt x="682234" y="6285827"/>
                  <a:pt x="258803" y="5862397"/>
                </a:cubicBezTo>
                <a:cubicBezTo>
                  <a:pt x="191270" y="5794865"/>
                  <a:pt x="126477" y="5724139"/>
                  <a:pt x="64764" y="5651019"/>
                </a:cubicBezTo>
                <a:lnTo>
                  <a:pt x="0" y="5567739"/>
                </a:lnTo>
                <a:lnTo>
                  <a:pt x="0" y="4550594"/>
                </a:lnTo>
                <a:lnTo>
                  <a:pt x="15954" y="4590749"/>
                </a:lnTo>
                <a:cubicBezTo>
                  <a:pt x="163320" y="4924266"/>
                  <a:pt x="373785" y="5229976"/>
                  <a:pt x="638429" y="5490057"/>
                </a:cubicBezTo>
                <a:cubicBezTo>
                  <a:pt x="1091063" y="5942705"/>
                  <a:pt x="1711616" y="6242022"/>
                  <a:pt x="2339469" y="6307729"/>
                </a:cubicBezTo>
                <a:cubicBezTo>
                  <a:pt x="2507372" y="6322331"/>
                  <a:pt x="2857810" y="6322331"/>
                  <a:pt x="3003811" y="6307729"/>
                </a:cubicBezTo>
                <a:cubicBezTo>
                  <a:pt x="4325225" y="6147112"/>
                  <a:pt x="5361907" y="5132334"/>
                  <a:pt x="5544426" y="3818224"/>
                </a:cubicBezTo>
                <a:cubicBezTo>
                  <a:pt x="5573615" y="3628404"/>
                  <a:pt x="5573615" y="3263380"/>
                  <a:pt x="5551712" y="3080861"/>
                </a:cubicBezTo>
                <a:cubicBezTo>
                  <a:pt x="5486020" y="2562521"/>
                  <a:pt x="5303500" y="2109888"/>
                  <a:pt x="4996867" y="1693743"/>
                </a:cubicBezTo>
                <a:cubicBezTo>
                  <a:pt x="4865468" y="1518525"/>
                  <a:pt x="4573437" y="1226509"/>
                  <a:pt x="4398232" y="1095095"/>
                </a:cubicBezTo>
                <a:cubicBezTo>
                  <a:pt x="3996703" y="795778"/>
                  <a:pt x="3551355" y="620559"/>
                  <a:pt x="3069518" y="554852"/>
                </a:cubicBezTo>
                <a:cubicBezTo>
                  <a:pt x="2914372" y="532935"/>
                  <a:pt x="2760045" y="523820"/>
                  <a:pt x="2607620" y="526809"/>
                </a:cubicBezTo>
                <a:cubicBezTo>
                  <a:pt x="1540723" y="547774"/>
                  <a:pt x="568157" y="1162631"/>
                  <a:pt x="76283" y="2146377"/>
                </a:cubicBezTo>
                <a:lnTo>
                  <a:pt x="0" y="2313924"/>
                </a:lnTo>
                <a:lnTo>
                  <a:pt x="0" y="1291735"/>
                </a:lnTo>
                <a:lnTo>
                  <a:pt x="236900" y="1022087"/>
                </a:lnTo>
                <a:cubicBezTo>
                  <a:pt x="434022" y="817665"/>
                  <a:pt x="565421" y="708168"/>
                  <a:pt x="799046" y="554852"/>
                </a:cubicBezTo>
                <a:cubicBezTo>
                  <a:pt x="1258981" y="248220"/>
                  <a:pt x="1748119" y="80317"/>
                  <a:pt x="2390574" y="7309"/>
                </a:cubicBezTo>
                <a:cubicBezTo>
                  <a:pt x="2423420" y="3651"/>
                  <a:pt x="2470418" y="1369"/>
                  <a:pt x="2525516" y="456"/>
                </a:cubicBezTo>
                <a:close/>
              </a:path>
            </a:pathLst>
          </a:custGeom>
          <a:solidFill>
            <a:srgbClr val="F2F2F2">
              <a:alpha val="6669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2" name="Google Shape;292;p37"/>
          <p:cNvSpPr txBox="1"/>
          <p:nvPr/>
        </p:nvSpPr>
        <p:spPr>
          <a:xfrm>
            <a:off x="903334" y="2921168"/>
            <a:ext cx="47157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THANK YOU</a:t>
            </a:r>
            <a:endParaRPr sz="6000" b="1">
              <a:solidFill>
                <a:srgbClr val="F2F2F2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293" name="Google Shape;293;p37"/>
          <p:cNvSpPr/>
          <p:nvPr/>
        </p:nvSpPr>
        <p:spPr>
          <a:xfrm>
            <a:off x="1031571" y="1862023"/>
            <a:ext cx="2249576" cy="659880"/>
          </a:xfrm>
          <a:custGeom>
            <a:avLst/>
            <a:gdLst/>
            <a:ahLst/>
            <a:cxnLst/>
            <a:rect l="l" t="t" r="r" b="b"/>
            <a:pathLst>
              <a:path w="3050273" h="894753" extrusionOk="0">
                <a:moveTo>
                  <a:pt x="2025382" y="302893"/>
                </a:moveTo>
                <a:cubicBezTo>
                  <a:pt x="2024430" y="302893"/>
                  <a:pt x="2023477" y="303846"/>
                  <a:pt x="2023477" y="305751"/>
                </a:cubicBezTo>
                <a:lnTo>
                  <a:pt x="1959660" y="516254"/>
                </a:lnTo>
                <a:cubicBezTo>
                  <a:pt x="1958707" y="519111"/>
                  <a:pt x="1959660" y="520064"/>
                  <a:pt x="1961564" y="520064"/>
                </a:cubicBezTo>
                <a:lnTo>
                  <a:pt x="2089200" y="520064"/>
                </a:lnTo>
                <a:cubicBezTo>
                  <a:pt x="2092057" y="520064"/>
                  <a:pt x="2093010" y="519111"/>
                  <a:pt x="2092057" y="516254"/>
                </a:cubicBezTo>
                <a:lnTo>
                  <a:pt x="2027287" y="305751"/>
                </a:lnTo>
                <a:cubicBezTo>
                  <a:pt x="2027287" y="303846"/>
                  <a:pt x="2026335" y="302893"/>
                  <a:pt x="2025382" y="302893"/>
                </a:cubicBezTo>
                <a:close/>
                <a:moveTo>
                  <a:pt x="2692133" y="277176"/>
                </a:moveTo>
                <a:cubicBezTo>
                  <a:pt x="2690228" y="277176"/>
                  <a:pt x="2689275" y="278128"/>
                  <a:pt x="2689275" y="280033"/>
                </a:cubicBezTo>
                <a:lnTo>
                  <a:pt x="2689275" y="412431"/>
                </a:lnTo>
                <a:cubicBezTo>
                  <a:pt x="2689275" y="414336"/>
                  <a:pt x="2690228" y="415288"/>
                  <a:pt x="2692133" y="415288"/>
                </a:cubicBezTo>
                <a:lnTo>
                  <a:pt x="2785478" y="415288"/>
                </a:lnTo>
                <a:cubicBezTo>
                  <a:pt x="2806433" y="414336"/>
                  <a:pt x="2823578" y="408621"/>
                  <a:pt x="2836913" y="396238"/>
                </a:cubicBezTo>
                <a:cubicBezTo>
                  <a:pt x="2850248" y="383856"/>
                  <a:pt x="2855963" y="366711"/>
                  <a:pt x="2855963" y="346708"/>
                </a:cubicBezTo>
                <a:cubicBezTo>
                  <a:pt x="2855963" y="325753"/>
                  <a:pt x="2849296" y="308608"/>
                  <a:pt x="2836913" y="296226"/>
                </a:cubicBezTo>
                <a:cubicBezTo>
                  <a:pt x="2823578" y="282891"/>
                  <a:pt x="2806433" y="277176"/>
                  <a:pt x="2785478" y="277176"/>
                </a:cubicBezTo>
                <a:close/>
                <a:moveTo>
                  <a:pt x="1145272" y="270509"/>
                </a:moveTo>
                <a:cubicBezTo>
                  <a:pt x="1119555" y="270509"/>
                  <a:pt x="1098600" y="279081"/>
                  <a:pt x="1082407" y="295274"/>
                </a:cubicBezTo>
                <a:cubicBezTo>
                  <a:pt x="1066215" y="311466"/>
                  <a:pt x="1058595" y="333374"/>
                  <a:pt x="1058595" y="360996"/>
                </a:cubicBezTo>
                <a:lnTo>
                  <a:pt x="1058595" y="506729"/>
                </a:lnTo>
                <a:cubicBezTo>
                  <a:pt x="1058595" y="533399"/>
                  <a:pt x="1066215" y="555306"/>
                  <a:pt x="1082407" y="571499"/>
                </a:cubicBezTo>
                <a:cubicBezTo>
                  <a:pt x="1098600" y="587691"/>
                  <a:pt x="1119555" y="596264"/>
                  <a:pt x="1145272" y="596264"/>
                </a:cubicBezTo>
                <a:cubicBezTo>
                  <a:pt x="1171943" y="596264"/>
                  <a:pt x="1192897" y="588644"/>
                  <a:pt x="1209090" y="572451"/>
                </a:cubicBezTo>
                <a:cubicBezTo>
                  <a:pt x="1225283" y="556259"/>
                  <a:pt x="1232902" y="534351"/>
                  <a:pt x="1232902" y="507681"/>
                </a:cubicBezTo>
                <a:lnTo>
                  <a:pt x="1232902" y="360996"/>
                </a:lnTo>
                <a:cubicBezTo>
                  <a:pt x="1232902" y="333374"/>
                  <a:pt x="1225283" y="312419"/>
                  <a:pt x="1209090" y="295274"/>
                </a:cubicBezTo>
                <a:cubicBezTo>
                  <a:pt x="1192897" y="279081"/>
                  <a:pt x="1171943" y="270509"/>
                  <a:pt x="1145272" y="270509"/>
                </a:cubicBezTo>
                <a:close/>
                <a:moveTo>
                  <a:pt x="2994075" y="242886"/>
                </a:moveTo>
                <a:cubicBezTo>
                  <a:pt x="2994075" y="243838"/>
                  <a:pt x="2993123" y="243838"/>
                  <a:pt x="2993123" y="244791"/>
                </a:cubicBezTo>
                <a:lnTo>
                  <a:pt x="2993123" y="254316"/>
                </a:lnTo>
                <a:cubicBezTo>
                  <a:pt x="2993123" y="255268"/>
                  <a:pt x="2993123" y="255268"/>
                  <a:pt x="2994075" y="255268"/>
                </a:cubicBezTo>
                <a:lnTo>
                  <a:pt x="2997886" y="255268"/>
                </a:lnTo>
                <a:cubicBezTo>
                  <a:pt x="2999790" y="255268"/>
                  <a:pt x="3000743" y="254316"/>
                  <a:pt x="3001695" y="253363"/>
                </a:cubicBezTo>
                <a:cubicBezTo>
                  <a:pt x="3002648" y="252411"/>
                  <a:pt x="3003600" y="250506"/>
                  <a:pt x="3003600" y="249554"/>
                </a:cubicBezTo>
                <a:cubicBezTo>
                  <a:pt x="3003600" y="247648"/>
                  <a:pt x="3002648" y="246696"/>
                  <a:pt x="3001695" y="244791"/>
                </a:cubicBezTo>
                <a:cubicBezTo>
                  <a:pt x="3000743" y="243838"/>
                  <a:pt x="2998838" y="242886"/>
                  <a:pt x="2997886" y="242886"/>
                </a:cubicBezTo>
                <a:close/>
                <a:moveTo>
                  <a:pt x="2985503" y="234313"/>
                </a:moveTo>
                <a:lnTo>
                  <a:pt x="3000743" y="234313"/>
                </a:lnTo>
                <a:cubicBezTo>
                  <a:pt x="3005505" y="234313"/>
                  <a:pt x="3008363" y="236218"/>
                  <a:pt x="3011220" y="239076"/>
                </a:cubicBezTo>
                <a:cubicBezTo>
                  <a:pt x="3014078" y="241933"/>
                  <a:pt x="3015030" y="245743"/>
                  <a:pt x="3015030" y="249554"/>
                </a:cubicBezTo>
                <a:cubicBezTo>
                  <a:pt x="3015983" y="255268"/>
                  <a:pt x="3013125" y="259079"/>
                  <a:pt x="3009315" y="261936"/>
                </a:cubicBezTo>
                <a:cubicBezTo>
                  <a:pt x="3008363" y="261936"/>
                  <a:pt x="3008363" y="262888"/>
                  <a:pt x="3008363" y="263841"/>
                </a:cubicBezTo>
                <a:lnTo>
                  <a:pt x="3014078" y="279081"/>
                </a:lnTo>
                <a:cubicBezTo>
                  <a:pt x="3014078" y="279081"/>
                  <a:pt x="3014078" y="280033"/>
                  <a:pt x="3014078" y="280033"/>
                </a:cubicBezTo>
                <a:cubicBezTo>
                  <a:pt x="3014078" y="281939"/>
                  <a:pt x="3013125" y="282891"/>
                  <a:pt x="3011220" y="282891"/>
                </a:cubicBezTo>
                <a:lnTo>
                  <a:pt x="3006458" y="282891"/>
                </a:lnTo>
                <a:cubicBezTo>
                  <a:pt x="3004553" y="282891"/>
                  <a:pt x="3003600" y="281939"/>
                  <a:pt x="3002648" y="280033"/>
                </a:cubicBezTo>
                <a:lnTo>
                  <a:pt x="2996933" y="264793"/>
                </a:lnTo>
                <a:cubicBezTo>
                  <a:pt x="2996933" y="263841"/>
                  <a:pt x="2995980" y="263841"/>
                  <a:pt x="2995980" y="263841"/>
                </a:cubicBezTo>
                <a:lnTo>
                  <a:pt x="2994075" y="263841"/>
                </a:lnTo>
                <a:cubicBezTo>
                  <a:pt x="2993123" y="263841"/>
                  <a:pt x="2993123" y="263841"/>
                  <a:pt x="2993123" y="264793"/>
                </a:cubicBezTo>
                <a:lnTo>
                  <a:pt x="2993123" y="279081"/>
                </a:lnTo>
                <a:cubicBezTo>
                  <a:pt x="2993123" y="280033"/>
                  <a:pt x="2993123" y="280986"/>
                  <a:pt x="2992170" y="280986"/>
                </a:cubicBezTo>
                <a:cubicBezTo>
                  <a:pt x="2991218" y="281939"/>
                  <a:pt x="2991218" y="281939"/>
                  <a:pt x="2990265" y="281939"/>
                </a:cubicBezTo>
                <a:lnTo>
                  <a:pt x="2985503" y="281939"/>
                </a:lnTo>
                <a:cubicBezTo>
                  <a:pt x="2984550" y="281939"/>
                  <a:pt x="2983598" y="281939"/>
                  <a:pt x="2983598" y="280986"/>
                </a:cubicBezTo>
                <a:cubicBezTo>
                  <a:pt x="2982645" y="280033"/>
                  <a:pt x="2982645" y="280033"/>
                  <a:pt x="2982645" y="279081"/>
                </a:cubicBezTo>
                <a:lnTo>
                  <a:pt x="2982645" y="237171"/>
                </a:lnTo>
                <a:cubicBezTo>
                  <a:pt x="2982645" y="236218"/>
                  <a:pt x="2982645" y="235266"/>
                  <a:pt x="2983598" y="235266"/>
                </a:cubicBezTo>
                <a:cubicBezTo>
                  <a:pt x="2984550" y="234313"/>
                  <a:pt x="2984550" y="234313"/>
                  <a:pt x="2985503" y="234313"/>
                </a:cubicBezTo>
                <a:close/>
                <a:moveTo>
                  <a:pt x="2996933" y="220979"/>
                </a:moveTo>
                <a:cubicBezTo>
                  <a:pt x="2989313" y="220979"/>
                  <a:pt x="2982645" y="222883"/>
                  <a:pt x="2976930" y="225741"/>
                </a:cubicBezTo>
                <a:cubicBezTo>
                  <a:pt x="2971215" y="229551"/>
                  <a:pt x="2966453" y="233361"/>
                  <a:pt x="2962643" y="240029"/>
                </a:cubicBezTo>
                <a:cubicBezTo>
                  <a:pt x="2958833" y="245743"/>
                  <a:pt x="2957880" y="252411"/>
                  <a:pt x="2957880" y="259079"/>
                </a:cubicBezTo>
                <a:cubicBezTo>
                  <a:pt x="2957880" y="266698"/>
                  <a:pt x="2959786" y="273366"/>
                  <a:pt x="2962643" y="279081"/>
                </a:cubicBezTo>
                <a:cubicBezTo>
                  <a:pt x="2966453" y="284796"/>
                  <a:pt x="2971215" y="289558"/>
                  <a:pt x="2976930" y="293368"/>
                </a:cubicBezTo>
                <a:cubicBezTo>
                  <a:pt x="2982645" y="297179"/>
                  <a:pt x="2989313" y="298131"/>
                  <a:pt x="2996933" y="298131"/>
                </a:cubicBezTo>
                <a:cubicBezTo>
                  <a:pt x="3004553" y="298131"/>
                  <a:pt x="3011220" y="296226"/>
                  <a:pt x="3017888" y="293368"/>
                </a:cubicBezTo>
                <a:cubicBezTo>
                  <a:pt x="3023603" y="289558"/>
                  <a:pt x="3028365" y="284796"/>
                  <a:pt x="3032175" y="279081"/>
                </a:cubicBezTo>
                <a:cubicBezTo>
                  <a:pt x="3035986" y="273366"/>
                  <a:pt x="3036938" y="265746"/>
                  <a:pt x="3036938" y="259079"/>
                </a:cubicBezTo>
                <a:cubicBezTo>
                  <a:pt x="3036938" y="252411"/>
                  <a:pt x="3035033" y="245743"/>
                  <a:pt x="3031223" y="240029"/>
                </a:cubicBezTo>
                <a:cubicBezTo>
                  <a:pt x="3027413" y="234313"/>
                  <a:pt x="3022650" y="229551"/>
                  <a:pt x="3016936" y="225741"/>
                </a:cubicBezTo>
                <a:cubicBezTo>
                  <a:pt x="3011220" y="221931"/>
                  <a:pt x="3004553" y="220979"/>
                  <a:pt x="2996933" y="220979"/>
                </a:cubicBezTo>
                <a:close/>
                <a:moveTo>
                  <a:pt x="1986330" y="214311"/>
                </a:moveTo>
                <a:lnTo>
                  <a:pt x="2064435" y="214311"/>
                </a:lnTo>
                <a:cubicBezTo>
                  <a:pt x="2068245" y="214311"/>
                  <a:pt x="2071102" y="216216"/>
                  <a:pt x="2073007" y="220979"/>
                </a:cubicBezTo>
                <a:lnTo>
                  <a:pt x="2210167" y="644841"/>
                </a:lnTo>
                <a:cubicBezTo>
                  <a:pt x="2210167" y="645794"/>
                  <a:pt x="2211120" y="646746"/>
                  <a:pt x="2211120" y="647699"/>
                </a:cubicBezTo>
                <a:cubicBezTo>
                  <a:pt x="2211120" y="651509"/>
                  <a:pt x="2209214" y="653414"/>
                  <a:pt x="2204452" y="653414"/>
                </a:cubicBezTo>
                <a:lnTo>
                  <a:pt x="2141587" y="653414"/>
                </a:lnTo>
                <a:cubicBezTo>
                  <a:pt x="2135872" y="653414"/>
                  <a:pt x="2133967" y="650556"/>
                  <a:pt x="2132062" y="646746"/>
                </a:cubicBezTo>
                <a:lnTo>
                  <a:pt x="2111107" y="580071"/>
                </a:lnTo>
                <a:cubicBezTo>
                  <a:pt x="2110155" y="578166"/>
                  <a:pt x="2109202" y="577214"/>
                  <a:pt x="2108250" y="577214"/>
                </a:cubicBezTo>
                <a:lnTo>
                  <a:pt x="1942514" y="577214"/>
                </a:lnTo>
                <a:cubicBezTo>
                  <a:pt x="1941562" y="577214"/>
                  <a:pt x="1940610" y="578166"/>
                  <a:pt x="1939657" y="580071"/>
                </a:cubicBezTo>
                <a:lnTo>
                  <a:pt x="1918702" y="646746"/>
                </a:lnTo>
                <a:cubicBezTo>
                  <a:pt x="1917750" y="650556"/>
                  <a:pt x="1914892" y="653414"/>
                  <a:pt x="1910130" y="653414"/>
                </a:cubicBezTo>
                <a:lnTo>
                  <a:pt x="1848217" y="653414"/>
                </a:lnTo>
                <a:cubicBezTo>
                  <a:pt x="1845360" y="653414"/>
                  <a:pt x="1843455" y="652461"/>
                  <a:pt x="1842502" y="651509"/>
                </a:cubicBezTo>
                <a:cubicBezTo>
                  <a:pt x="1841550" y="649603"/>
                  <a:pt x="1840597" y="647699"/>
                  <a:pt x="1841550" y="644841"/>
                </a:cubicBezTo>
                <a:lnTo>
                  <a:pt x="1977757" y="220979"/>
                </a:lnTo>
                <a:cubicBezTo>
                  <a:pt x="1978710" y="217168"/>
                  <a:pt x="1981567" y="214311"/>
                  <a:pt x="1986330" y="214311"/>
                </a:cubicBezTo>
                <a:close/>
                <a:moveTo>
                  <a:pt x="2623553" y="213358"/>
                </a:moveTo>
                <a:lnTo>
                  <a:pt x="2795955" y="213358"/>
                </a:lnTo>
                <a:cubicBezTo>
                  <a:pt x="2822625" y="213358"/>
                  <a:pt x="2845486" y="219073"/>
                  <a:pt x="2865488" y="229551"/>
                </a:cubicBezTo>
                <a:cubicBezTo>
                  <a:pt x="2885490" y="240028"/>
                  <a:pt x="2900730" y="256221"/>
                  <a:pt x="2912161" y="275271"/>
                </a:cubicBezTo>
                <a:cubicBezTo>
                  <a:pt x="2923590" y="295273"/>
                  <a:pt x="2928353" y="318133"/>
                  <a:pt x="2928353" y="343850"/>
                </a:cubicBezTo>
                <a:cubicBezTo>
                  <a:pt x="2928353" y="369568"/>
                  <a:pt x="2922638" y="391475"/>
                  <a:pt x="2911208" y="411478"/>
                </a:cubicBezTo>
                <a:cubicBezTo>
                  <a:pt x="2899778" y="431481"/>
                  <a:pt x="2883586" y="446721"/>
                  <a:pt x="2863583" y="457198"/>
                </a:cubicBezTo>
                <a:cubicBezTo>
                  <a:pt x="2842628" y="467675"/>
                  <a:pt x="2818815" y="473391"/>
                  <a:pt x="2792146" y="473391"/>
                </a:cubicBezTo>
                <a:lnTo>
                  <a:pt x="2692133" y="473391"/>
                </a:lnTo>
                <a:cubicBezTo>
                  <a:pt x="2690228" y="473391"/>
                  <a:pt x="2689275" y="474343"/>
                  <a:pt x="2689275" y="476248"/>
                </a:cubicBezTo>
                <a:lnTo>
                  <a:pt x="2689275" y="644840"/>
                </a:lnTo>
                <a:cubicBezTo>
                  <a:pt x="2689275" y="646746"/>
                  <a:pt x="2688323" y="648651"/>
                  <a:pt x="2687371" y="650556"/>
                </a:cubicBezTo>
                <a:cubicBezTo>
                  <a:pt x="2685465" y="652461"/>
                  <a:pt x="2684513" y="652461"/>
                  <a:pt x="2681655" y="652461"/>
                </a:cubicBezTo>
                <a:lnTo>
                  <a:pt x="2623553" y="652461"/>
                </a:lnTo>
                <a:cubicBezTo>
                  <a:pt x="2621648" y="652461"/>
                  <a:pt x="2619743" y="651508"/>
                  <a:pt x="2617838" y="650556"/>
                </a:cubicBezTo>
                <a:cubicBezTo>
                  <a:pt x="2615933" y="648651"/>
                  <a:pt x="2615933" y="647698"/>
                  <a:pt x="2615933" y="644840"/>
                </a:cubicBezTo>
                <a:lnTo>
                  <a:pt x="2615933" y="220978"/>
                </a:lnTo>
                <a:cubicBezTo>
                  <a:pt x="2615933" y="219073"/>
                  <a:pt x="2616886" y="217168"/>
                  <a:pt x="2617838" y="215263"/>
                </a:cubicBezTo>
                <a:cubicBezTo>
                  <a:pt x="2618790" y="213358"/>
                  <a:pt x="2620696" y="213358"/>
                  <a:pt x="2623553" y="213358"/>
                </a:cubicBezTo>
                <a:close/>
                <a:moveTo>
                  <a:pt x="1354822" y="213358"/>
                </a:moveTo>
                <a:lnTo>
                  <a:pt x="1416735" y="213358"/>
                </a:lnTo>
                <a:cubicBezTo>
                  <a:pt x="1421497" y="213358"/>
                  <a:pt x="1424355" y="215263"/>
                  <a:pt x="1425308" y="220026"/>
                </a:cubicBezTo>
                <a:lnTo>
                  <a:pt x="1496745" y="505776"/>
                </a:lnTo>
                <a:cubicBezTo>
                  <a:pt x="1496745" y="506728"/>
                  <a:pt x="1497697" y="507681"/>
                  <a:pt x="1498650" y="507681"/>
                </a:cubicBezTo>
                <a:cubicBezTo>
                  <a:pt x="1499602" y="507681"/>
                  <a:pt x="1500555" y="506728"/>
                  <a:pt x="1500555" y="505776"/>
                </a:cubicBezTo>
                <a:lnTo>
                  <a:pt x="1569135" y="220026"/>
                </a:lnTo>
                <a:cubicBezTo>
                  <a:pt x="1570088" y="216216"/>
                  <a:pt x="1572945" y="213358"/>
                  <a:pt x="1577708" y="213358"/>
                </a:cubicBezTo>
                <a:lnTo>
                  <a:pt x="1637715" y="213358"/>
                </a:lnTo>
                <a:cubicBezTo>
                  <a:pt x="1642477" y="213358"/>
                  <a:pt x="1645335" y="215263"/>
                  <a:pt x="1646288" y="220026"/>
                </a:cubicBezTo>
                <a:lnTo>
                  <a:pt x="1718677" y="506728"/>
                </a:lnTo>
                <a:cubicBezTo>
                  <a:pt x="1718677" y="507681"/>
                  <a:pt x="1719630" y="508633"/>
                  <a:pt x="1720583" y="508633"/>
                </a:cubicBezTo>
                <a:cubicBezTo>
                  <a:pt x="1721535" y="508633"/>
                  <a:pt x="1722488" y="507681"/>
                  <a:pt x="1722488" y="506728"/>
                </a:cubicBezTo>
                <a:lnTo>
                  <a:pt x="1792972" y="220026"/>
                </a:lnTo>
                <a:cubicBezTo>
                  <a:pt x="1793925" y="216216"/>
                  <a:pt x="1796783" y="213358"/>
                  <a:pt x="1801545" y="213358"/>
                </a:cubicBezTo>
                <a:lnTo>
                  <a:pt x="1859647" y="213358"/>
                </a:lnTo>
                <a:cubicBezTo>
                  <a:pt x="1865363" y="213358"/>
                  <a:pt x="1868220" y="216216"/>
                  <a:pt x="1866315" y="221930"/>
                </a:cubicBezTo>
                <a:lnTo>
                  <a:pt x="1757730" y="646746"/>
                </a:lnTo>
                <a:cubicBezTo>
                  <a:pt x="1756777" y="650556"/>
                  <a:pt x="1753920" y="653413"/>
                  <a:pt x="1749158" y="653413"/>
                </a:cubicBezTo>
                <a:lnTo>
                  <a:pt x="1691055" y="653413"/>
                </a:lnTo>
                <a:cubicBezTo>
                  <a:pt x="1686293" y="653413"/>
                  <a:pt x="1683435" y="651508"/>
                  <a:pt x="1682483" y="646746"/>
                </a:cubicBezTo>
                <a:lnTo>
                  <a:pt x="1610093" y="347661"/>
                </a:lnTo>
                <a:cubicBezTo>
                  <a:pt x="1610093" y="346708"/>
                  <a:pt x="1609140" y="345756"/>
                  <a:pt x="1608188" y="345756"/>
                </a:cubicBezTo>
                <a:cubicBezTo>
                  <a:pt x="1607235" y="345756"/>
                  <a:pt x="1606283" y="346708"/>
                  <a:pt x="1606283" y="347661"/>
                </a:cubicBezTo>
                <a:lnTo>
                  <a:pt x="1535797" y="646746"/>
                </a:lnTo>
                <a:cubicBezTo>
                  <a:pt x="1534845" y="650556"/>
                  <a:pt x="1531988" y="653413"/>
                  <a:pt x="1527225" y="653413"/>
                </a:cubicBezTo>
                <a:lnTo>
                  <a:pt x="1471980" y="653413"/>
                </a:lnTo>
                <a:cubicBezTo>
                  <a:pt x="1468170" y="653413"/>
                  <a:pt x="1465313" y="650556"/>
                  <a:pt x="1463408" y="646746"/>
                </a:cubicBezTo>
                <a:lnTo>
                  <a:pt x="1349108" y="221930"/>
                </a:lnTo>
                <a:lnTo>
                  <a:pt x="1348155" y="219073"/>
                </a:lnTo>
                <a:cubicBezTo>
                  <a:pt x="1348155" y="215263"/>
                  <a:pt x="1350060" y="213358"/>
                  <a:pt x="1354822" y="213358"/>
                </a:cubicBezTo>
                <a:close/>
                <a:moveTo>
                  <a:pt x="2385428" y="209549"/>
                </a:moveTo>
                <a:cubicBezTo>
                  <a:pt x="2416860" y="209549"/>
                  <a:pt x="2444483" y="215264"/>
                  <a:pt x="2468296" y="225742"/>
                </a:cubicBezTo>
                <a:cubicBezTo>
                  <a:pt x="2492108" y="236219"/>
                  <a:pt x="2511158" y="251459"/>
                  <a:pt x="2524493" y="271462"/>
                </a:cubicBezTo>
                <a:cubicBezTo>
                  <a:pt x="2537828" y="290512"/>
                  <a:pt x="2544496" y="313372"/>
                  <a:pt x="2544496" y="339089"/>
                </a:cubicBezTo>
                <a:lnTo>
                  <a:pt x="2544496" y="349567"/>
                </a:lnTo>
                <a:cubicBezTo>
                  <a:pt x="2544496" y="351472"/>
                  <a:pt x="2543543" y="353376"/>
                  <a:pt x="2542590" y="355282"/>
                </a:cubicBezTo>
                <a:cubicBezTo>
                  <a:pt x="2540686" y="357187"/>
                  <a:pt x="2539733" y="357187"/>
                  <a:pt x="2536875" y="357187"/>
                </a:cubicBezTo>
                <a:lnTo>
                  <a:pt x="2480678" y="357187"/>
                </a:lnTo>
                <a:cubicBezTo>
                  <a:pt x="2478773" y="357187"/>
                  <a:pt x="2476868" y="356234"/>
                  <a:pt x="2474963" y="355282"/>
                </a:cubicBezTo>
                <a:cubicBezTo>
                  <a:pt x="2473058" y="353376"/>
                  <a:pt x="2473058" y="352424"/>
                  <a:pt x="2473058" y="349567"/>
                </a:cubicBezTo>
                <a:lnTo>
                  <a:pt x="2473058" y="342899"/>
                </a:lnTo>
                <a:cubicBezTo>
                  <a:pt x="2473058" y="322897"/>
                  <a:pt x="2465438" y="306704"/>
                  <a:pt x="2449246" y="293369"/>
                </a:cubicBezTo>
                <a:cubicBezTo>
                  <a:pt x="2433053" y="280034"/>
                  <a:pt x="2411146" y="273367"/>
                  <a:pt x="2382571" y="273367"/>
                </a:cubicBezTo>
                <a:cubicBezTo>
                  <a:pt x="2359710" y="273367"/>
                  <a:pt x="2341613" y="278129"/>
                  <a:pt x="2329231" y="287654"/>
                </a:cubicBezTo>
                <a:cubicBezTo>
                  <a:pt x="2316848" y="297179"/>
                  <a:pt x="2310181" y="310514"/>
                  <a:pt x="2310181" y="328612"/>
                </a:cubicBezTo>
                <a:cubicBezTo>
                  <a:pt x="2310181" y="340994"/>
                  <a:pt x="2313038" y="351472"/>
                  <a:pt x="2320658" y="359092"/>
                </a:cubicBezTo>
                <a:cubicBezTo>
                  <a:pt x="2327326" y="366712"/>
                  <a:pt x="2337803" y="374332"/>
                  <a:pt x="2351138" y="380999"/>
                </a:cubicBezTo>
                <a:cubicBezTo>
                  <a:pt x="2364473" y="387667"/>
                  <a:pt x="2385428" y="395287"/>
                  <a:pt x="2413051" y="405764"/>
                </a:cubicBezTo>
                <a:cubicBezTo>
                  <a:pt x="2442578" y="417194"/>
                  <a:pt x="2466390" y="427672"/>
                  <a:pt x="2484488" y="436244"/>
                </a:cubicBezTo>
                <a:cubicBezTo>
                  <a:pt x="2502586" y="445769"/>
                  <a:pt x="2517825" y="458151"/>
                  <a:pt x="2530208" y="474344"/>
                </a:cubicBezTo>
                <a:cubicBezTo>
                  <a:pt x="2542590" y="490537"/>
                  <a:pt x="2549258" y="511492"/>
                  <a:pt x="2549258" y="536257"/>
                </a:cubicBezTo>
                <a:cubicBezTo>
                  <a:pt x="2549258" y="574357"/>
                  <a:pt x="2534971" y="603884"/>
                  <a:pt x="2507348" y="625791"/>
                </a:cubicBezTo>
                <a:cubicBezTo>
                  <a:pt x="2479725" y="647699"/>
                  <a:pt x="2441625" y="659129"/>
                  <a:pt x="2393048" y="659129"/>
                </a:cubicBezTo>
                <a:cubicBezTo>
                  <a:pt x="2357806" y="658177"/>
                  <a:pt x="2330183" y="652462"/>
                  <a:pt x="2305418" y="641984"/>
                </a:cubicBezTo>
                <a:cubicBezTo>
                  <a:pt x="2281606" y="631507"/>
                  <a:pt x="2262556" y="617219"/>
                  <a:pt x="2249221" y="598169"/>
                </a:cubicBezTo>
                <a:cubicBezTo>
                  <a:pt x="2235885" y="579119"/>
                  <a:pt x="2229218" y="557212"/>
                  <a:pt x="2229218" y="531494"/>
                </a:cubicBezTo>
                <a:lnTo>
                  <a:pt x="2229218" y="516254"/>
                </a:lnTo>
                <a:cubicBezTo>
                  <a:pt x="2229218" y="514349"/>
                  <a:pt x="2230171" y="512444"/>
                  <a:pt x="2231123" y="510539"/>
                </a:cubicBezTo>
                <a:cubicBezTo>
                  <a:pt x="2233028" y="508634"/>
                  <a:pt x="2233981" y="508634"/>
                  <a:pt x="2236838" y="508634"/>
                </a:cubicBezTo>
                <a:lnTo>
                  <a:pt x="2293035" y="508634"/>
                </a:lnTo>
                <a:cubicBezTo>
                  <a:pt x="2294940" y="508634"/>
                  <a:pt x="2296846" y="509587"/>
                  <a:pt x="2298751" y="510539"/>
                </a:cubicBezTo>
                <a:cubicBezTo>
                  <a:pt x="2300656" y="512444"/>
                  <a:pt x="2300656" y="513397"/>
                  <a:pt x="2300656" y="516254"/>
                </a:cubicBezTo>
                <a:lnTo>
                  <a:pt x="2300656" y="528637"/>
                </a:lnTo>
                <a:cubicBezTo>
                  <a:pt x="2300656" y="547687"/>
                  <a:pt x="2309228" y="563879"/>
                  <a:pt x="2326373" y="576262"/>
                </a:cubicBezTo>
                <a:cubicBezTo>
                  <a:pt x="2343518" y="588644"/>
                  <a:pt x="2367331" y="595312"/>
                  <a:pt x="2396858" y="595312"/>
                </a:cubicBezTo>
                <a:cubicBezTo>
                  <a:pt x="2422576" y="595312"/>
                  <a:pt x="2441625" y="589597"/>
                  <a:pt x="2454961" y="579119"/>
                </a:cubicBezTo>
                <a:cubicBezTo>
                  <a:pt x="2468296" y="568642"/>
                  <a:pt x="2474011" y="554354"/>
                  <a:pt x="2474011" y="537209"/>
                </a:cubicBezTo>
                <a:cubicBezTo>
                  <a:pt x="2474011" y="525779"/>
                  <a:pt x="2470200" y="515302"/>
                  <a:pt x="2463533" y="507682"/>
                </a:cubicBezTo>
                <a:cubicBezTo>
                  <a:pt x="2456865" y="499109"/>
                  <a:pt x="2446388" y="492442"/>
                  <a:pt x="2433053" y="485774"/>
                </a:cubicBezTo>
                <a:cubicBezTo>
                  <a:pt x="2419718" y="479107"/>
                  <a:pt x="2399715" y="470534"/>
                  <a:pt x="2373998" y="461009"/>
                </a:cubicBezTo>
                <a:cubicBezTo>
                  <a:pt x="2344471" y="450532"/>
                  <a:pt x="2320658" y="440054"/>
                  <a:pt x="2301608" y="430529"/>
                </a:cubicBezTo>
                <a:cubicBezTo>
                  <a:pt x="2283510" y="421004"/>
                  <a:pt x="2268271" y="407669"/>
                  <a:pt x="2255888" y="391476"/>
                </a:cubicBezTo>
                <a:cubicBezTo>
                  <a:pt x="2243506" y="375284"/>
                  <a:pt x="2237790" y="354329"/>
                  <a:pt x="2237790" y="329564"/>
                </a:cubicBezTo>
                <a:cubicBezTo>
                  <a:pt x="2237790" y="292417"/>
                  <a:pt x="2251126" y="263842"/>
                  <a:pt x="2277796" y="241934"/>
                </a:cubicBezTo>
                <a:cubicBezTo>
                  <a:pt x="2304465" y="220979"/>
                  <a:pt x="2340660" y="209549"/>
                  <a:pt x="2385428" y="209549"/>
                </a:cubicBezTo>
                <a:close/>
                <a:moveTo>
                  <a:pt x="1145272" y="208596"/>
                </a:moveTo>
                <a:cubicBezTo>
                  <a:pt x="1176705" y="208596"/>
                  <a:pt x="1205280" y="215264"/>
                  <a:pt x="1229093" y="227646"/>
                </a:cubicBezTo>
                <a:cubicBezTo>
                  <a:pt x="1252905" y="240029"/>
                  <a:pt x="1271955" y="258126"/>
                  <a:pt x="1285290" y="281939"/>
                </a:cubicBezTo>
                <a:cubicBezTo>
                  <a:pt x="1298625" y="304799"/>
                  <a:pt x="1305293" y="331469"/>
                  <a:pt x="1305293" y="361949"/>
                </a:cubicBezTo>
                <a:lnTo>
                  <a:pt x="1305293" y="504824"/>
                </a:lnTo>
                <a:cubicBezTo>
                  <a:pt x="1305293" y="535304"/>
                  <a:pt x="1298625" y="561974"/>
                  <a:pt x="1285290" y="585786"/>
                </a:cubicBezTo>
                <a:cubicBezTo>
                  <a:pt x="1271955" y="609599"/>
                  <a:pt x="1252905" y="627696"/>
                  <a:pt x="1229093" y="640078"/>
                </a:cubicBezTo>
                <a:cubicBezTo>
                  <a:pt x="1205280" y="652461"/>
                  <a:pt x="1176705" y="659128"/>
                  <a:pt x="1145272" y="659128"/>
                </a:cubicBezTo>
                <a:cubicBezTo>
                  <a:pt x="1113840" y="659128"/>
                  <a:pt x="1086218" y="653414"/>
                  <a:pt x="1062405" y="640078"/>
                </a:cubicBezTo>
                <a:cubicBezTo>
                  <a:pt x="1038593" y="627696"/>
                  <a:pt x="1019543" y="609599"/>
                  <a:pt x="1006207" y="585786"/>
                </a:cubicBezTo>
                <a:cubicBezTo>
                  <a:pt x="992872" y="561974"/>
                  <a:pt x="986205" y="535304"/>
                  <a:pt x="986205" y="504824"/>
                </a:cubicBezTo>
                <a:lnTo>
                  <a:pt x="986205" y="361949"/>
                </a:lnTo>
                <a:cubicBezTo>
                  <a:pt x="986205" y="331469"/>
                  <a:pt x="992872" y="304799"/>
                  <a:pt x="1006207" y="281939"/>
                </a:cubicBezTo>
                <a:cubicBezTo>
                  <a:pt x="1019543" y="259079"/>
                  <a:pt x="1038593" y="240981"/>
                  <a:pt x="1062405" y="227646"/>
                </a:cubicBezTo>
                <a:cubicBezTo>
                  <a:pt x="1086218" y="215264"/>
                  <a:pt x="1113840" y="208596"/>
                  <a:pt x="1145272" y="208596"/>
                </a:cubicBezTo>
                <a:close/>
                <a:moveTo>
                  <a:pt x="2997886" y="206691"/>
                </a:moveTo>
                <a:cubicBezTo>
                  <a:pt x="3007411" y="206691"/>
                  <a:pt x="3015983" y="208596"/>
                  <a:pt x="3024555" y="213358"/>
                </a:cubicBezTo>
                <a:cubicBezTo>
                  <a:pt x="3033128" y="218121"/>
                  <a:pt x="3038843" y="223836"/>
                  <a:pt x="3043605" y="232408"/>
                </a:cubicBezTo>
                <a:cubicBezTo>
                  <a:pt x="3048368" y="240029"/>
                  <a:pt x="3050273" y="248601"/>
                  <a:pt x="3050273" y="259079"/>
                </a:cubicBezTo>
                <a:cubicBezTo>
                  <a:pt x="3050273" y="269556"/>
                  <a:pt x="3048368" y="278129"/>
                  <a:pt x="3043605" y="286701"/>
                </a:cubicBezTo>
                <a:cubicBezTo>
                  <a:pt x="3038843" y="295273"/>
                  <a:pt x="3032175" y="300989"/>
                  <a:pt x="3024555" y="305751"/>
                </a:cubicBezTo>
                <a:cubicBezTo>
                  <a:pt x="3015983" y="310513"/>
                  <a:pt x="3007411" y="312418"/>
                  <a:pt x="2997886" y="312418"/>
                </a:cubicBezTo>
                <a:cubicBezTo>
                  <a:pt x="2988361" y="312418"/>
                  <a:pt x="2978836" y="310513"/>
                  <a:pt x="2971215" y="305751"/>
                </a:cubicBezTo>
                <a:cubicBezTo>
                  <a:pt x="2963595" y="300989"/>
                  <a:pt x="2956928" y="294321"/>
                  <a:pt x="2952165" y="286701"/>
                </a:cubicBezTo>
                <a:cubicBezTo>
                  <a:pt x="2947403" y="278129"/>
                  <a:pt x="2945498" y="269556"/>
                  <a:pt x="2945498" y="259079"/>
                </a:cubicBezTo>
                <a:cubicBezTo>
                  <a:pt x="2945498" y="249554"/>
                  <a:pt x="2947403" y="240981"/>
                  <a:pt x="2952165" y="232408"/>
                </a:cubicBezTo>
                <a:cubicBezTo>
                  <a:pt x="2956928" y="224788"/>
                  <a:pt x="2963595" y="218121"/>
                  <a:pt x="2971215" y="213358"/>
                </a:cubicBezTo>
                <a:cubicBezTo>
                  <a:pt x="2979788" y="208596"/>
                  <a:pt x="2988361" y="206691"/>
                  <a:pt x="2997886" y="206691"/>
                </a:cubicBezTo>
                <a:close/>
                <a:moveTo>
                  <a:pt x="610920" y="173354"/>
                </a:moveTo>
                <a:cubicBezTo>
                  <a:pt x="613778" y="173354"/>
                  <a:pt x="626160" y="201929"/>
                  <a:pt x="626160" y="207644"/>
                </a:cubicBezTo>
                <a:cubicBezTo>
                  <a:pt x="626160" y="210501"/>
                  <a:pt x="623303" y="220026"/>
                  <a:pt x="620445" y="228599"/>
                </a:cubicBezTo>
                <a:cubicBezTo>
                  <a:pt x="615683" y="242886"/>
                  <a:pt x="615683" y="243839"/>
                  <a:pt x="618540" y="245744"/>
                </a:cubicBezTo>
                <a:cubicBezTo>
                  <a:pt x="623303" y="248602"/>
                  <a:pt x="639495" y="264794"/>
                  <a:pt x="643305" y="270509"/>
                </a:cubicBezTo>
                <a:lnTo>
                  <a:pt x="647115" y="276224"/>
                </a:lnTo>
                <a:lnTo>
                  <a:pt x="659498" y="270509"/>
                </a:lnTo>
                <a:cubicBezTo>
                  <a:pt x="668070" y="267652"/>
                  <a:pt x="676643" y="264794"/>
                  <a:pt x="680453" y="264794"/>
                </a:cubicBezTo>
                <a:cubicBezTo>
                  <a:pt x="688073" y="264794"/>
                  <a:pt x="715695" y="277177"/>
                  <a:pt x="715695" y="280034"/>
                </a:cubicBezTo>
                <a:cubicBezTo>
                  <a:pt x="715695" y="282892"/>
                  <a:pt x="710933" y="281939"/>
                  <a:pt x="698550" y="275271"/>
                </a:cubicBezTo>
                <a:cubicBezTo>
                  <a:pt x="691883" y="272414"/>
                  <a:pt x="684263" y="269556"/>
                  <a:pt x="681405" y="269556"/>
                </a:cubicBezTo>
                <a:cubicBezTo>
                  <a:pt x="675690" y="269556"/>
                  <a:pt x="650925" y="278129"/>
                  <a:pt x="650925" y="280034"/>
                </a:cubicBezTo>
                <a:cubicBezTo>
                  <a:pt x="650925" y="280034"/>
                  <a:pt x="651878" y="280986"/>
                  <a:pt x="652830" y="280986"/>
                </a:cubicBezTo>
                <a:cubicBezTo>
                  <a:pt x="653783" y="280986"/>
                  <a:pt x="656640" y="282892"/>
                  <a:pt x="659498" y="285749"/>
                </a:cubicBezTo>
                <a:cubicBezTo>
                  <a:pt x="669023" y="293369"/>
                  <a:pt x="668070" y="307656"/>
                  <a:pt x="656640" y="314324"/>
                </a:cubicBezTo>
                <a:cubicBezTo>
                  <a:pt x="654735" y="316229"/>
                  <a:pt x="650925" y="320039"/>
                  <a:pt x="649020" y="322897"/>
                </a:cubicBezTo>
                <a:cubicBezTo>
                  <a:pt x="640448" y="336231"/>
                  <a:pt x="625208" y="340994"/>
                  <a:pt x="607110" y="336231"/>
                </a:cubicBezTo>
                <a:cubicBezTo>
                  <a:pt x="601395" y="334326"/>
                  <a:pt x="596633" y="333374"/>
                  <a:pt x="596633" y="333374"/>
                </a:cubicBezTo>
                <a:cubicBezTo>
                  <a:pt x="596633" y="333374"/>
                  <a:pt x="597585" y="341947"/>
                  <a:pt x="597585" y="352424"/>
                </a:cubicBezTo>
                <a:lnTo>
                  <a:pt x="598538" y="371474"/>
                </a:lnTo>
                <a:lnTo>
                  <a:pt x="609968" y="380047"/>
                </a:lnTo>
                <a:lnTo>
                  <a:pt x="621398" y="390524"/>
                </a:lnTo>
                <a:lnTo>
                  <a:pt x="646163" y="389572"/>
                </a:lnTo>
                <a:cubicBezTo>
                  <a:pt x="674738" y="388619"/>
                  <a:pt x="676643" y="391476"/>
                  <a:pt x="649973" y="395287"/>
                </a:cubicBezTo>
                <a:cubicBezTo>
                  <a:pt x="627113" y="398144"/>
                  <a:pt x="624255" y="398144"/>
                  <a:pt x="609015" y="393381"/>
                </a:cubicBezTo>
                <a:cubicBezTo>
                  <a:pt x="602348" y="390524"/>
                  <a:pt x="596633" y="388619"/>
                  <a:pt x="595680" y="389572"/>
                </a:cubicBezTo>
                <a:cubicBezTo>
                  <a:pt x="594728" y="389572"/>
                  <a:pt x="597585" y="394334"/>
                  <a:pt x="600443" y="400049"/>
                </a:cubicBezTo>
                <a:lnTo>
                  <a:pt x="606158" y="409574"/>
                </a:lnTo>
                <a:lnTo>
                  <a:pt x="630923" y="414337"/>
                </a:lnTo>
                <a:cubicBezTo>
                  <a:pt x="644258" y="419099"/>
                  <a:pt x="654735" y="422909"/>
                  <a:pt x="654735" y="423862"/>
                </a:cubicBezTo>
                <a:cubicBezTo>
                  <a:pt x="654735" y="427672"/>
                  <a:pt x="603300" y="415289"/>
                  <a:pt x="597585" y="409574"/>
                </a:cubicBezTo>
                <a:lnTo>
                  <a:pt x="592823" y="405764"/>
                </a:lnTo>
                <a:lnTo>
                  <a:pt x="593775" y="411479"/>
                </a:lnTo>
                <a:cubicBezTo>
                  <a:pt x="595680" y="421004"/>
                  <a:pt x="598538" y="424814"/>
                  <a:pt x="613778" y="440054"/>
                </a:cubicBezTo>
                <a:cubicBezTo>
                  <a:pt x="634733" y="461009"/>
                  <a:pt x="630923" y="461009"/>
                  <a:pt x="605205" y="440054"/>
                </a:cubicBezTo>
                <a:cubicBezTo>
                  <a:pt x="593775" y="430529"/>
                  <a:pt x="591870" y="427672"/>
                  <a:pt x="583298" y="411479"/>
                </a:cubicBezTo>
                <a:cubicBezTo>
                  <a:pt x="574725" y="395287"/>
                  <a:pt x="571868" y="391476"/>
                  <a:pt x="569010" y="395287"/>
                </a:cubicBezTo>
                <a:cubicBezTo>
                  <a:pt x="568058" y="396239"/>
                  <a:pt x="570915" y="415289"/>
                  <a:pt x="574725" y="437197"/>
                </a:cubicBezTo>
                <a:cubicBezTo>
                  <a:pt x="596633" y="562926"/>
                  <a:pt x="602348" y="627697"/>
                  <a:pt x="599490" y="707707"/>
                </a:cubicBezTo>
                <a:cubicBezTo>
                  <a:pt x="597585" y="742949"/>
                  <a:pt x="596633" y="755332"/>
                  <a:pt x="592823" y="759141"/>
                </a:cubicBezTo>
                <a:cubicBezTo>
                  <a:pt x="585203" y="766762"/>
                  <a:pt x="532815" y="683894"/>
                  <a:pt x="520433" y="643889"/>
                </a:cubicBezTo>
                <a:cubicBezTo>
                  <a:pt x="512813" y="619124"/>
                  <a:pt x="507098" y="581976"/>
                  <a:pt x="508050" y="564832"/>
                </a:cubicBezTo>
                <a:cubicBezTo>
                  <a:pt x="509003" y="548639"/>
                  <a:pt x="508050" y="551497"/>
                  <a:pt x="525195" y="518159"/>
                </a:cubicBezTo>
                <a:cubicBezTo>
                  <a:pt x="528053" y="511492"/>
                  <a:pt x="531863" y="501967"/>
                  <a:pt x="532815" y="497204"/>
                </a:cubicBezTo>
                <a:cubicBezTo>
                  <a:pt x="534720" y="487679"/>
                  <a:pt x="542340" y="408622"/>
                  <a:pt x="542340" y="400049"/>
                </a:cubicBezTo>
                <a:cubicBezTo>
                  <a:pt x="542340" y="396239"/>
                  <a:pt x="541388" y="395287"/>
                  <a:pt x="531863" y="391476"/>
                </a:cubicBezTo>
                <a:cubicBezTo>
                  <a:pt x="526148" y="388619"/>
                  <a:pt x="521385" y="386714"/>
                  <a:pt x="520433" y="387667"/>
                </a:cubicBezTo>
                <a:cubicBezTo>
                  <a:pt x="519480" y="388619"/>
                  <a:pt x="520433" y="391476"/>
                  <a:pt x="521385" y="394334"/>
                </a:cubicBezTo>
                <a:cubicBezTo>
                  <a:pt x="529958" y="418147"/>
                  <a:pt x="514718" y="444817"/>
                  <a:pt x="464235" y="497204"/>
                </a:cubicBezTo>
                <a:cubicBezTo>
                  <a:pt x="435660" y="526732"/>
                  <a:pt x="407085" y="547687"/>
                  <a:pt x="361365" y="574357"/>
                </a:cubicBezTo>
                <a:cubicBezTo>
                  <a:pt x="333743" y="589597"/>
                  <a:pt x="270878" y="621029"/>
                  <a:pt x="268973" y="619124"/>
                </a:cubicBezTo>
                <a:cubicBezTo>
                  <a:pt x="267068" y="618172"/>
                  <a:pt x="293738" y="561974"/>
                  <a:pt x="308978" y="535304"/>
                </a:cubicBezTo>
                <a:cubicBezTo>
                  <a:pt x="336600" y="485774"/>
                  <a:pt x="356603" y="458151"/>
                  <a:pt x="388035" y="426719"/>
                </a:cubicBezTo>
                <a:cubicBezTo>
                  <a:pt x="414705" y="400049"/>
                  <a:pt x="442328" y="377189"/>
                  <a:pt x="457568" y="370522"/>
                </a:cubicBezTo>
                <a:cubicBezTo>
                  <a:pt x="470903" y="363854"/>
                  <a:pt x="485190" y="362901"/>
                  <a:pt x="494715" y="366712"/>
                </a:cubicBezTo>
                <a:cubicBezTo>
                  <a:pt x="497573" y="368617"/>
                  <a:pt x="501383" y="369569"/>
                  <a:pt x="501383" y="369569"/>
                </a:cubicBezTo>
                <a:cubicBezTo>
                  <a:pt x="501383" y="369569"/>
                  <a:pt x="499478" y="363854"/>
                  <a:pt x="496620" y="357187"/>
                </a:cubicBezTo>
                <a:cubicBezTo>
                  <a:pt x="491858" y="345756"/>
                  <a:pt x="489953" y="344804"/>
                  <a:pt x="486143" y="344804"/>
                </a:cubicBezTo>
                <a:cubicBezTo>
                  <a:pt x="472808" y="344804"/>
                  <a:pt x="388035" y="354329"/>
                  <a:pt x="380415" y="356234"/>
                </a:cubicBezTo>
                <a:cubicBezTo>
                  <a:pt x="375653" y="357187"/>
                  <a:pt x="367080" y="361949"/>
                  <a:pt x="361365" y="365759"/>
                </a:cubicBezTo>
                <a:cubicBezTo>
                  <a:pt x="345173" y="377189"/>
                  <a:pt x="336600" y="379094"/>
                  <a:pt x="310883" y="379094"/>
                </a:cubicBezTo>
                <a:cubicBezTo>
                  <a:pt x="263258" y="379094"/>
                  <a:pt x="217538" y="361949"/>
                  <a:pt x="162293" y="325754"/>
                </a:cubicBezTo>
                <a:cubicBezTo>
                  <a:pt x="136575" y="309562"/>
                  <a:pt x="124193" y="297179"/>
                  <a:pt x="127050" y="294321"/>
                </a:cubicBezTo>
                <a:cubicBezTo>
                  <a:pt x="128003" y="293369"/>
                  <a:pt x="135623" y="291464"/>
                  <a:pt x="144195" y="289559"/>
                </a:cubicBezTo>
                <a:cubicBezTo>
                  <a:pt x="157530" y="287654"/>
                  <a:pt x="171818" y="286702"/>
                  <a:pt x="226110" y="287654"/>
                </a:cubicBezTo>
                <a:cubicBezTo>
                  <a:pt x="308978" y="288606"/>
                  <a:pt x="331838" y="290511"/>
                  <a:pt x="439470" y="309562"/>
                </a:cubicBezTo>
                <a:cubicBezTo>
                  <a:pt x="467093" y="314324"/>
                  <a:pt x="489953" y="318134"/>
                  <a:pt x="490905" y="317181"/>
                </a:cubicBezTo>
                <a:cubicBezTo>
                  <a:pt x="494715" y="315276"/>
                  <a:pt x="490905" y="311467"/>
                  <a:pt x="476618" y="304799"/>
                </a:cubicBezTo>
                <a:cubicBezTo>
                  <a:pt x="468045" y="300989"/>
                  <a:pt x="457568" y="295274"/>
                  <a:pt x="453758" y="291464"/>
                </a:cubicBezTo>
                <a:cubicBezTo>
                  <a:pt x="446138" y="284796"/>
                  <a:pt x="429945" y="261936"/>
                  <a:pt x="430898" y="260031"/>
                </a:cubicBezTo>
                <a:cubicBezTo>
                  <a:pt x="431850" y="259079"/>
                  <a:pt x="438518" y="265746"/>
                  <a:pt x="447090" y="274319"/>
                </a:cubicBezTo>
                <a:cubicBezTo>
                  <a:pt x="458520" y="285749"/>
                  <a:pt x="465188" y="290511"/>
                  <a:pt x="471855" y="293369"/>
                </a:cubicBezTo>
                <a:cubicBezTo>
                  <a:pt x="481380" y="297179"/>
                  <a:pt x="482333" y="296227"/>
                  <a:pt x="476618" y="290511"/>
                </a:cubicBezTo>
                <a:cubicBezTo>
                  <a:pt x="473760" y="288606"/>
                  <a:pt x="470903" y="280034"/>
                  <a:pt x="468045" y="265746"/>
                </a:cubicBezTo>
                <a:cubicBezTo>
                  <a:pt x="460425" y="230504"/>
                  <a:pt x="462330" y="225742"/>
                  <a:pt x="471855" y="256221"/>
                </a:cubicBezTo>
                <a:cubicBezTo>
                  <a:pt x="480428" y="281939"/>
                  <a:pt x="481380" y="284796"/>
                  <a:pt x="490905" y="289559"/>
                </a:cubicBezTo>
                <a:cubicBezTo>
                  <a:pt x="495668" y="292417"/>
                  <a:pt x="500430" y="294321"/>
                  <a:pt x="501383" y="294321"/>
                </a:cubicBezTo>
                <a:cubicBezTo>
                  <a:pt x="502335" y="294321"/>
                  <a:pt x="501383" y="288606"/>
                  <a:pt x="498525" y="281939"/>
                </a:cubicBezTo>
                <a:cubicBezTo>
                  <a:pt x="492810" y="266699"/>
                  <a:pt x="492810" y="263842"/>
                  <a:pt x="496620" y="240981"/>
                </a:cubicBezTo>
                <a:cubicBezTo>
                  <a:pt x="500430" y="214311"/>
                  <a:pt x="502335" y="215264"/>
                  <a:pt x="501383" y="241934"/>
                </a:cubicBezTo>
                <a:lnTo>
                  <a:pt x="500430" y="265746"/>
                </a:lnTo>
                <a:lnTo>
                  <a:pt x="509955" y="279081"/>
                </a:lnTo>
                <a:cubicBezTo>
                  <a:pt x="518528" y="291464"/>
                  <a:pt x="519480" y="292417"/>
                  <a:pt x="525195" y="291464"/>
                </a:cubicBezTo>
                <a:cubicBezTo>
                  <a:pt x="534720" y="290511"/>
                  <a:pt x="541388" y="290511"/>
                  <a:pt x="549008" y="292417"/>
                </a:cubicBezTo>
                <a:lnTo>
                  <a:pt x="556628" y="293369"/>
                </a:lnTo>
                <a:lnTo>
                  <a:pt x="553770" y="281939"/>
                </a:lnTo>
                <a:cubicBezTo>
                  <a:pt x="549960" y="262889"/>
                  <a:pt x="553770" y="250506"/>
                  <a:pt x="565200" y="241934"/>
                </a:cubicBezTo>
                <a:cubicBezTo>
                  <a:pt x="569010" y="240029"/>
                  <a:pt x="574725" y="234314"/>
                  <a:pt x="578535" y="230504"/>
                </a:cubicBezTo>
                <a:cubicBezTo>
                  <a:pt x="584250" y="224789"/>
                  <a:pt x="585203" y="223836"/>
                  <a:pt x="591870" y="223836"/>
                </a:cubicBezTo>
                <a:cubicBezTo>
                  <a:pt x="599490" y="223836"/>
                  <a:pt x="607110" y="228599"/>
                  <a:pt x="609015" y="235267"/>
                </a:cubicBezTo>
                <a:cubicBezTo>
                  <a:pt x="610920" y="243839"/>
                  <a:pt x="620445" y="225742"/>
                  <a:pt x="620445" y="211454"/>
                </a:cubicBezTo>
                <a:cubicBezTo>
                  <a:pt x="620445" y="202881"/>
                  <a:pt x="619493" y="199071"/>
                  <a:pt x="613778" y="188594"/>
                </a:cubicBezTo>
                <a:cubicBezTo>
                  <a:pt x="609968" y="181926"/>
                  <a:pt x="607110" y="176211"/>
                  <a:pt x="608063" y="175259"/>
                </a:cubicBezTo>
                <a:cubicBezTo>
                  <a:pt x="609015" y="174306"/>
                  <a:pt x="609968" y="173354"/>
                  <a:pt x="610920" y="173354"/>
                </a:cubicBezTo>
                <a:close/>
                <a:moveTo>
                  <a:pt x="438262" y="68731"/>
                </a:moveTo>
                <a:cubicBezTo>
                  <a:pt x="299065" y="71466"/>
                  <a:pt x="172175" y="151685"/>
                  <a:pt x="108000" y="280034"/>
                </a:cubicBezTo>
                <a:cubicBezTo>
                  <a:pt x="87998" y="319087"/>
                  <a:pt x="75615" y="360997"/>
                  <a:pt x="70853" y="404812"/>
                </a:cubicBezTo>
                <a:cubicBezTo>
                  <a:pt x="67043" y="434339"/>
                  <a:pt x="68948" y="487679"/>
                  <a:pt x="74663" y="517207"/>
                </a:cubicBezTo>
                <a:cubicBezTo>
                  <a:pt x="88950" y="592454"/>
                  <a:pt x="126098" y="661987"/>
                  <a:pt x="181343" y="716279"/>
                </a:cubicBezTo>
                <a:cubicBezTo>
                  <a:pt x="240398" y="775334"/>
                  <a:pt x="321360" y="814387"/>
                  <a:pt x="403275" y="822959"/>
                </a:cubicBezTo>
                <a:cubicBezTo>
                  <a:pt x="425183" y="824864"/>
                  <a:pt x="470903" y="824864"/>
                  <a:pt x="489953" y="822959"/>
                </a:cubicBezTo>
                <a:cubicBezTo>
                  <a:pt x="662355" y="802004"/>
                  <a:pt x="797610" y="669607"/>
                  <a:pt x="821423" y="498157"/>
                </a:cubicBezTo>
                <a:cubicBezTo>
                  <a:pt x="825233" y="473392"/>
                  <a:pt x="825233" y="425767"/>
                  <a:pt x="822375" y="401954"/>
                </a:cubicBezTo>
                <a:cubicBezTo>
                  <a:pt x="813803" y="334327"/>
                  <a:pt x="789990" y="275272"/>
                  <a:pt x="749985" y="220979"/>
                </a:cubicBezTo>
                <a:cubicBezTo>
                  <a:pt x="732840" y="198119"/>
                  <a:pt x="694740" y="160019"/>
                  <a:pt x="671880" y="142874"/>
                </a:cubicBezTo>
                <a:cubicBezTo>
                  <a:pt x="619493" y="103822"/>
                  <a:pt x="561390" y="80962"/>
                  <a:pt x="498525" y="72389"/>
                </a:cubicBezTo>
                <a:cubicBezTo>
                  <a:pt x="478284" y="69531"/>
                  <a:pt x="458148" y="68341"/>
                  <a:pt x="438262" y="68731"/>
                </a:cubicBezTo>
                <a:close/>
                <a:moveTo>
                  <a:pt x="451495" y="237"/>
                </a:moveTo>
                <a:cubicBezTo>
                  <a:pt x="468521" y="713"/>
                  <a:pt x="486619" y="1904"/>
                  <a:pt x="499478" y="3809"/>
                </a:cubicBezTo>
                <a:cubicBezTo>
                  <a:pt x="550913" y="10477"/>
                  <a:pt x="600443" y="24764"/>
                  <a:pt x="646163" y="47624"/>
                </a:cubicBezTo>
                <a:cubicBezTo>
                  <a:pt x="690930" y="69532"/>
                  <a:pt x="722363" y="92392"/>
                  <a:pt x="757605" y="126682"/>
                </a:cubicBezTo>
                <a:cubicBezTo>
                  <a:pt x="858570" y="225742"/>
                  <a:pt x="907148" y="360044"/>
                  <a:pt x="890003" y="500062"/>
                </a:cubicBezTo>
                <a:cubicBezTo>
                  <a:pt x="883335" y="556259"/>
                  <a:pt x="868095" y="605789"/>
                  <a:pt x="842378" y="656272"/>
                </a:cubicBezTo>
                <a:cubicBezTo>
                  <a:pt x="781418" y="773429"/>
                  <a:pt x="664260" y="861059"/>
                  <a:pt x="534720" y="885824"/>
                </a:cubicBezTo>
                <a:cubicBezTo>
                  <a:pt x="486143" y="895349"/>
                  <a:pt x="444233" y="897254"/>
                  <a:pt x="397560" y="891539"/>
                </a:cubicBezTo>
                <a:cubicBezTo>
                  <a:pt x="366128" y="887729"/>
                  <a:pt x="349935" y="884872"/>
                  <a:pt x="327075" y="878204"/>
                </a:cubicBezTo>
                <a:cubicBezTo>
                  <a:pt x="248970" y="856297"/>
                  <a:pt x="187058" y="820102"/>
                  <a:pt x="131813" y="764857"/>
                </a:cubicBezTo>
                <a:cubicBezTo>
                  <a:pt x="96570" y="729614"/>
                  <a:pt x="67043" y="687704"/>
                  <a:pt x="46088" y="645794"/>
                </a:cubicBezTo>
                <a:cubicBezTo>
                  <a:pt x="7988" y="566737"/>
                  <a:pt x="-7252" y="481964"/>
                  <a:pt x="3225" y="397192"/>
                </a:cubicBezTo>
                <a:cubicBezTo>
                  <a:pt x="7988" y="362902"/>
                  <a:pt x="10845" y="348614"/>
                  <a:pt x="18465" y="320992"/>
                </a:cubicBezTo>
                <a:cubicBezTo>
                  <a:pt x="39420" y="247649"/>
                  <a:pt x="75615" y="187642"/>
                  <a:pt x="128955" y="133349"/>
                </a:cubicBezTo>
                <a:cubicBezTo>
                  <a:pt x="154673" y="106679"/>
                  <a:pt x="171818" y="92392"/>
                  <a:pt x="202298" y="72389"/>
                </a:cubicBezTo>
                <a:cubicBezTo>
                  <a:pt x="262305" y="32384"/>
                  <a:pt x="326123" y="10477"/>
                  <a:pt x="409943" y="952"/>
                </a:cubicBezTo>
                <a:cubicBezTo>
                  <a:pt x="418515" y="-1"/>
                  <a:pt x="434470" y="-239"/>
                  <a:pt x="451495" y="237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4" name="Google Shape;294;p37"/>
          <p:cNvSpPr txBox="1"/>
          <p:nvPr/>
        </p:nvSpPr>
        <p:spPr>
          <a:xfrm>
            <a:off x="6713555" y="2313055"/>
            <a:ext cx="50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Web</a:t>
            </a:r>
            <a:endParaRPr sz="1800" b="1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5" name="Google Shape;295;p37"/>
          <p:cNvSpPr txBox="1"/>
          <p:nvPr/>
        </p:nvSpPr>
        <p:spPr>
          <a:xfrm>
            <a:off x="6713555" y="2682387"/>
            <a:ext cx="507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2F2F2"/>
                </a:solidFill>
                <a:uFill>
                  <a:noFill/>
                </a:uFill>
                <a:latin typeface="Poppins Light"/>
                <a:ea typeface="Poppins Light"/>
                <a:cs typeface="Poppins Light"/>
                <a:sym typeface="Poppins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https://owasp.org/www-chapter-switzerland/</a:t>
            </a:r>
            <a:endParaRPr sz="1600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6" name="Google Shape;296;p37"/>
          <p:cNvSpPr txBox="1"/>
          <p:nvPr/>
        </p:nvSpPr>
        <p:spPr>
          <a:xfrm>
            <a:off x="6713555" y="3818318"/>
            <a:ext cx="50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YouTube</a:t>
            </a:r>
            <a:endParaRPr sz="1800" b="1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7" name="Google Shape;297;p37"/>
          <p:cNvSpPr txBox="1"/>
          <p:nvPr/>
        </p:nvSpPr>
        <p:spPr>
          <a:xfrm>
            <a:off x="6713555" y="4187650"/>
            <a:ext cx="507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2F2F2"/>
                </a:solidFill>
                <a:uFill>
                  <a:noFill/>
                </a:uFill>
                <a:latin typeface="Poppins Light"/>
                <a:ea typeface="Poppins Light"/>
                <a:cs typeface="Poppins Light"/>
                <a:sym typeface="Poppins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https://www.youtube.com/@OWASPSwitzerland</a:t>
            </a:r>
            <a:endParaRPr sz="1600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98" name="Google Shape;298;p37"/>
          <p:cNvSpPr txBox="1"/>
          <p:nvPr/>
        </p:nvSpPr>
        <p:spPr>
          <a:xfrm>
            <a:off x="6713555" y="807792"/>
            <a:ext cx="50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Meetup</a:t>
            </a:r>
            <a:endParaRPr sz="1800" b="1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299" name="Google Shape;299;p37"/>
          <p:cNvCxnSpPr/>
          <p:nvPr/>
        </p:nvCxnSpPr>
        <p:spPr>
          <a:xfrm>
            <a:off x="6580475" y="3419630"/>
            <a:ext cx="5203200" cy="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300" name="Google Shape;300;p37"/>
          <p:cNvCxnSpPr/>
          <p:nvPr/>
        </p:nvCxnSpPr>
        <p:spPr>
          <a:xfrm>
            <a:off x="6580475" y="1914367"/>
            <a:ext cx="5203200" cy="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01" name="Google Shape;301;p37"/>
          <p:cNvSpPr txBox="1"/>
          <p:nvPr/>
        </p:nvSpPr>
        <p:spPr>
          <a:xfrm>
            <a:off x="6713555" y="1177124"/>
            <a:ext cx="507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2F2F2"/>
                </a:solidFill>
                <a:uFill>
                  <a:noFill/>
                </a:uFill>
                <a:latin typeface="Poppins Light"/>
                <a:ea typeface="Poppins Light"/>
                <a:cs typeface="Poppins Light"/>
                <a:sym typeface="Poppins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https://www.meetup.com/OWASPSwitzerland/</a:t>
            </a:r>
            <a:endParaRPr sz="1600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02" name="Google Shape;302;p37"/>
          <p:cNvSpPr txBox="1"/>
          <p:nvPr/>
        </p:nvSpPr>
        <p:spPr>
          <a:xfrm>
            <a:off x="903334" y="3936500"/>
            <a:ext cx="4715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2F2F2"/>
                </a:solidFill>
                <a:latin typeface="Poppins Light"/>
                <a:ea typeface="Poppins Light"/>
                <a:cs typeface="Poppins Light"/>
                <a:sym typeface="Poppins Light"/>
              </a:rPr>
              <a:t>FOR BEING PART OF OWASP</a:t>
            </a:r>
            <a:endParaRPr sz="2000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pic>
        <p:nvPicPr>
          <p:cNvPr id="303" name="Google Shape;303;p3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66325" y="864398"/>
            <a:ext cx="659350" cy="65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66325" y="3826025"/>
            <a:ext cx="659350" cy="65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66325" y="2372649"/>
            <a:ext cx="659350" cy="65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766325" y="5357060"/>
            <a:ext cx="659350" cy="6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7"/>
          <p:cNvSpPr txBox="1"/>
          <p:nvPr/>
        </p:nvSpPr>
        <p:spPr>
          <a:xfrm>
            <a:off x="6713468" y="5323568"/>
            <a:ext cx="507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F2F2F2"/>
                </a:solidFill>
                <a:latin typeface="Barlow"/>
                <a:ea typeface="Barlow"/>
                <a:cs typeface="Barlow"/>
                <a:sym typeface="Barlow"/>
              </a:rPr>
              <a:t>X</a:t>
            </a:r>
            <a:r>
              <a:rPr lang="en-US" sz="1200" b="1" i="1">
                <a:solidFill>
                  <a:srgbClr val="6D9EEB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200" b="1" i="1">
                <a:solidFill>
                  <a:srgbClr val="4F64A9"/>
                </a:solidFill>
                <a:latin typeface="Barlow"/>
                <a:ea typeface="Barlow"/>
                <a:cs typeface="Barlow"/>
                <a:sym typeface="Barlow"/>
              </a:rPr>
              <a:t>(formerly known as Twitter)</a:t>
            </a:r>
            <a:endParaRPr sz="1200" b="1" i="1">
              <a:solidFill>
                <a:srgbClr val="4F64A9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308" name="Google Shape;308;p37"/>
          <p:cNvSpPr txBox="1"/>
          <p:nvPr/>
        </p:nvSpPr>
        <p:spPr>
          <a:xfrm>
            <a:off x="6713468" y="5692900"/>
            <a:ext cx="507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600">
                <a:solidFill>
                  <a:srgbClr val="F2F2F2"/>
                </a:solidFill>
                <a:uFill>
                  <a:noFill/>
                </a:uFill>
                <a:latin typeface="Poppins Light"/>
                <a:ea typeface="Poppins Light"/>
                <a:cs typeface="Poppins Light"/>
                <a:sym typeface="Poppins Light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https://x.com/owasp_ch</a:t>
            </a:r>
            <a:endParaRPr sz="1600">
              <a:solidFill>
                <a:srgbClr val="F2F2F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cxnSp>
        <p:nvCxnSpPr>
          <p:cNvPr id="309" name="Google Shape;309;p37"/>
          <p:cNvCxnSpPr/>
          <p:nvPr/>
        </p:nvCxnSpPr>
        <p:spPr>
          <a:xfrm>
            <a:off x="6580388" y="4924880"/>
            <a:ext cx="5203200" cy="0"/>
          </a:xfrm>
          <a:prstGeom prst="straightConnector1">
            <a:avLst/>
          </a:prstGeom>
          <a:noFill/>
          <a:ln w="9525" cap="flat" cmpd="sng">
            <a:solidFill>
              <a:srgbClr val="F2F2F2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10" name="Google Shape;310;p3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913466" y="1793951"/>
            <a:ext cx="790426" cy="795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WASP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53E8E"/>
      </a:accent1>
      <a:accent2>
        <a:srgbClr val="28AAE2"/>
      </a:accent2>
      <a:accent3>
        <a:srgbClr val="FFFFFF"/>
      </a:accent3>
      <a:accent4>
        <a:srgbClr val="F4B71E"/>
      </a:accent4>
      <a:accent5>
        <a:srgbClr val="5F605F"/>
      </a:accent5>
      <a:accent6>
        <a:srgbClr val="898989"/>
      </a:accent6>
      <a:hlink>
        <a:srgbClr val="28AAE2"/>
      </a:hlink>
      <a:folHlink>
        <a:srgbClr val="28AAE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WASP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53E8E"/>
      </a:accent1>
      <a:accent2>
        <a:srgbClr val="28AAE2"/>
      </a:accent2>
      <a:accent3>
        <a:srgbClr val="FFFFFF"/>
      </a:accent3>
      <a:accent4>
        <a:srgbClr val="F4B71E"/>
      </a:accent4>
      <a:accent5>
        <a:srgbClr val="5F605F"/>
      </a:accent5>
      <a:accent6>
        <a:srgbClr val="898989"/>
      </a:accent6>
      <a:hlink>
        <a:srgbClr val="28AAE2"/>
      </a:hlink>
      <a:folHlink>
        <a:srgbClr val="28AAE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648</Words>
  <Application>Microsoft Office PowerPoint</Application>
  <PresentationFormat>Widescreen</PresentationFormat>
  <Paragraphs>108</Paragraphs>
  <Slides>15</Slides>
  <Notes>15</Notes>
  <HiddenSlides>7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Barlow</vt:lpstr>
      <vt:lpstr>Poppins</vt:lpstr>
      <vt:lpstr>Poppins Light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Steger, Patrick</cp:lastModifiedBy>
  <cp:revision>2</cp:revision>
  <dcterms:modified xsi:type="dcterms:W3CDTF">2025-02-16T14:56:08Z</dcterms:modified>
</cp:coreProperties>
</file>